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4"/>
  </p:notesMasterIdLst>
  <p:sldIdLst>
    <p:sldId id="275" r:id="rId2"/>
    <p:sldId id="276" r:id="rId3"/>
    <p:sldId id="325" r:id="rId4"/>
    <p:sldId id="319" r:id="rId5"/>
    <p:sldId id="326" r:id="rId6"/>
    <p:sldId id="327" r:id="rId7"/>
    <p:sldId id="320" r:id="rId8"/>
    <p:sldId id="328" r:id="rId9"/>
    <p:sldId id="321" r:id="rId10"/>
    <p:sldId id="329" r:id="rId11"/>
    <p:sldId id="330" r:id="rId12"/>
    <p:sldId id="322" r:id="rId13"/>
    <p:sldId id="331" r:id="rId14"/>
    <p:sldId id="323" r:id="rId15"/>
    <p:sldId id="333" r:id="rId16"/>
    <p:sldId id="332" r:id="rId17"/>
    <p:sldId id="334" r:id="rId18"/>
    <p:sldId id="324" r:id="rId19"/>
    <p:sldId id="335" r:id="rId20"/>
    <p:sldId id="318" r:id="rId21"/>
    <p:sldId id="280" r:id="rId22"/>
    <p:sldId id="274" r:id="rId23"/>
  </p:sldIdLst>
  <p:sldSz cx="18288000" cy="10287000"/>
  <p:notesSz cx="6858000" cy="9144000"/>
  <p:embeddedFontLst>
    <p:embeddedFont>
      <p:font typeface="Noto Sans" panose="020B0502040504020204" pitchFamily="34" charset="0"/>
      <p:regular r:id="rId25"/>
      <p:bold r:id="rId26"/>
      <p:italic r:id="rId27"/>
      <p:boldItalic r:id="rId28"/>
    </p:embeddedFont>
    <p:embeddedFont>
      <p:font typeface="Noto Sans Bold" panose="020B0802040504020204" charset="0"/>
      <p:regular r:id="rId29"/>
      <p:bold r:id="rId30"/>
    </p:embeddedFont>
    <p:embeddedFont>
      <p:font typeface="Noto Serif" panose="02020600060500020200" pitchFamily="18"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880">
          <p15:clr>
            <a:srgbClr val="A4A3A4"/>
          </p15:clr>
        </p15:guide>
        <p15:guide id="3" orient="horz" pos="26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333"/>
    <a:srgbClr val="000000"/>
    <a:srgbClr val="9393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6" d="100"/>
          <a:sy n="66" d="100"/>
        </p:scale>
        <p:origin x="48" y="48"/>
      </p:cViewPr>
      <p:guideLst>
        <p:guide pos="2880"/>
        <p:guide orient="horz" pos="266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22.09.2026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62F91-5CC4-7C22-FE95-F9EC8347475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8E7260E-2D99-552D-1229-1940E712757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3" name="Date Placeholder 2">
            <a:extLst>
              <a:ext uri="{FF2B5EF4-FFF2-40B4-BE49-F238E27FC236}">
                <a16:creationId xmlns:a16="http://schemas.microsoft.com/office/drawing/2014/main" id="{8D2ACA6F-48FA-F56A-6442-6C4F4662533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1.7.2013</a:t>
            </a:r>
          </a:p>
        </p:txBody>
      </p:sp>
      <p:sp>
        <p:nvSpPr>
          <p:cNvPr id="4" name="Slide Image Placeholder 3">
            <a:extLst>
              <a:ext uri="{FF2B5EF4-FFF2-40B4-BE49-F238E27FC236}">
                <a16:creationId xmlns:a16="http://schemas.microsoft.com/office/drawing/2014/main" id="{50B08085-6E7D-69F7-1469-B4FCE9420C3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8F0B541-177F-DB4D-D111-2BE492DED8E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C9B30E2A-8405-D910-412E-20B4405BB69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7" name="Slide Number Placeholder 6">
            <a:extLst>
              <a:ext uri="{FF2B5EF4-FFF2-40B4-BE49-F238E27FC236}">
                <a16:creationId xmlns:a16="http://schemas.microsoft.com/office/drawing/2014/main" id="{D943AA78-6C07-DE3B-F3C0-9CC101322E0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a:t>
            </a:r>
          </a:p>
        </p:txBody>
      </p:sp>
    </p:spTree>
    <p:extLst>
      <p:ext uri="{BB962C8B-B14F-4D97-AF65-F5344CB8AC3E}">
        <p14:creationId xmlns:p14="http://schemas.microsoft.com/office/powerpoint/2010/main" val="1495763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016A0-EF16-B3C3-1C82-03C2B2E59D6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3E8E5F-D892-FA8B-00F6-0BF924FAC6A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7DF2042-A6DD-A249-9BA3-BAEED8F3DC2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9422516-ECDE-FC29-5318-74FBC3AB12F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4DDB70E-2A1D-777C-2166-9A212092E947}"/>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6B30E50-B4C5-692C-FE4B-9ABDA34104A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BD865F2-5A46-D887-2A11-9BA1B5A6DDF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821361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D31FF-3C45-2818-DF1A-F7FB155058C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A01E138-945A-6752-1101-0EBEB44B132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EFDC1B78-271E-B252-54F0-53368E2B55CC}"/>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275EE4-A20E-4AC1-DD73-9911731330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C611158-5EB1-ADF6-FC6F-2EAAABCD65E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43C66EC-B6C4-3372-C449-33CC2B373F6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6C705A7-3EE4-F04B-8A42-D300246438F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790760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EF71E-6A40-CEFA-C69C-55FCADC90CA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389473-CE5A-A3C1-B472-6254B77B8E6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96E0460-91C4-1127-1A99-BE58694E223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6A56A76-68DC-BD84-B08B-5B7485C0AE6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94634D5-6723-454C-6C8E-DFF1741A6A0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209A189-F106-19CA-EA97-5ED08AD620E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2EE4C05-D7AC-1240-2BCD-06F552065B2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7737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9E182-075E-727C-FDB5-5FA2B34951D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46D4A5-96C4-495E-B095-D9A1717E46F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B50E51E-94BF-8234-878D-0803AC77AD7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86C037F-9F71-9EA0-C484-964B42CAE9C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E7CC32F-BBBE-53EF-53A3-C524E7275D1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311BCF9-A49D-03E7-57CA-2BAA01D715D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AA39647-E50D-F561-3BA8-61DCD6D7B1E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517193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78C3-940C-632C-6C50-C1A2155AC7B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939940-132D-73C1-319B-15742DD3596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ADE119AB-2AD8-06C4-C132-3CDD9B24EF6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FCEDECA-EE68-8784-C4AA-A570E3D8699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7259010-4213-58A9-1387-E6CF830B88D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C016D2B-B62D-CB2D-4C96-21CEF88ED8D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952B318-D4C3-B99B-EF07-982862AF0EE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99111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1CEDC-7A9E-D661-DCEE-1CD217729E8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30BD2B4-ED21-0741-F3FC-E6270CCC7DE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DC608CE-4389-BBAE-387E-C1C029A68C3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B449746-AEE2-6338-7E09-089463B8FE7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D070E83-824D-1DA4-C499-F9735831C68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7746D3CA-5177-DA53-A9C7-0E1FFF8590D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7E1F9AA-75B1-D5D4-E73D-3647671ADF4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13427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AF6F4-0930-6A78-835E-4807DFA0FFB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6906C26-E792-14FD-73AB-F3211799BEE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F564ECB-3A59-0142-4022-2B6E8EF3666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9DD769-0F30-68F3-569E-7925DFF8EAB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3118E95-491B-FFFF-79D8-957B419116B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4796896-E697-D22D-0F3E-F89044C8D3B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FD75AB3-4996-59CE-899E-CF72A07CBD7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9623723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92C1-5A1D-1453-CE61-BD31E697A50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CD8EE9F-8D3D-7296-3DED-4A9095518D8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B5EFA60-4B8B-9BBC-AA4A-71895690A26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10EE845A-9DD5-2797-1D45-72BB3F76E93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0CEF764-374E-1A1C-A846-0AFF7D66C8A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DB0651B-6108-6B96-C71D-E8948F98EE9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0D2C237-5652-CFD7-6C89-4136EE6AFF9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030914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80786-6CB6-48B9-FC61-552EF05DA1E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100057-3D16-E1A4-8800-49C19A1D05F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8C02607-6C01-A9C9-A421-43BF9903E35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62298D-C7F8-4DC0-3168-7CBBD58C2A2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E93A826-AA56-B29B-6AF8-29EC48E7F1E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F71B874F-88C4-F047-7023-44931FB957D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4FB9DD3-06B8-6960-95CF-FBD035C94CC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8380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58BBD-058B-28A9-3B24-FD198F5A4D6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DDEFB35-7830-4DDB-B05F-8936A6EFE69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69CCE47-01E5-339A-E990-8E22B0BF8FF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28443C6-06B9-A172-CC29-A6338557CF6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842AC4E-0C66-F881-22DF-8EE06A7149D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BA1D562-BE6D-FC83-F3CF-A1A222956AC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7E7E850-124C-C2D3-4F2A-0B0A36022CF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719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19F6-8879-884D-C1D1-0C8AD8D5FA9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6E25682-B17A-7275-FDFC-2A94CE8B507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36A7602-D1B1-B42B-EB5E-5061986B887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6B53BAF-4E5F-9B65-D833-9205019AFFB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E38F881-4054-D1E6-1DD6-3C7247B74D0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05E87556-EBDA-8005-685B-CD4E0B88EF9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D0B7729-BB2E-2E8F-F965-F27DC496C1B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464091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85278-4E50-DD97-34E1-CB2B183421F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ECB729A8-3D34-E0D1-38A8-CD7DDBC86F8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F296364-BEA7-4A94-E2D0-6090EBF3601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318A355-4636-0D7B-A312-3443CCAC4AF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D10B31B-F464-78BE-E61E-5B4FF15BAE7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0A94EB6-0177-A549-6D0C-63C50A406CC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0F8C00A-AB36-8AA0-FE5B-6AD9736B9D0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1026541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8F7B4-1F81-43A7-A7AE-4A0F310B4CEB}"/>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561687-F324-8CB6-09C6-43975A7B73C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4F0B83C-F3B0-B7BB-7074-4DDF47A31BA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3CEE6901-1A7F-1F39-AC8E-78A7093A2D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38C135F-377F-358E-B747-B3C056B2497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C295B47-F429-B766-CEF2-6832DF13484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EEF26C4-0FEA-1253-5715-FE967C27B7C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5643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F00C-9B94-A74A-37DC-A7D1B8FE9AC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3FF582E-A3AA-E343-644D-35A09A1ED99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ADB3473-0855-3629-1E07-43E1E5BA467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C8DA068-0F60-6DAD-7640-E19FB2FBAD5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B390F06-8766-555D-FC89-EA1CC480088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7F9FF08-30A6-3DD3-7B69-77C4FDA7B97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F64A2F3-2242-4BB1-4D9A-BEA9CEDE21C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685504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49758-8C8B-C945-52AA-F74F4C009A5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BC45BE9-CDDF-DE6D-2451-D3D1D6FEC7D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82446DD-DA50-17F0-D350-2E321E900B9B}"/>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C5D8E95-33AA-9A97-9573-CF4BEE59ACC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1149D40-0264-2BFB-6F87-AA9C27BD9B7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BEB9302-3C91-9BEF-CEB0-166C66DFBD91}"/>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211705F-0D1B-A8B1-2EC0-95A1D6AE2E8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60243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57EF-1B0B-EA22-CD19-B353E574163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C4EEE28-6C3A-473F-E074-3FB8FF66925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D639CED-CC41-9A87-C3DA-E3587E0B936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4E4198FF-CA17-9828-7BF1-8F5588440F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88479C2-DB95-EB21-8EA0-1327152F334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4981D1F-26DC-8CC2-D551-70717C47791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7588EA8-DAE1-98D5-AA8C-F13E707352F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05533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45E1-1E15-80FA-ED4C-6A1C7480A79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CDA57-3954-D5F2-2E5B-D009D5163F1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068A7AC-2C76-331D-4179-1C9B949EDEE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9072541-55DB-E09C-8694-59B996B28E7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B48BF63-FD96-DA27-4AA7-A4184324C97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F7490685-CE13-41F8-C245-572C6689D84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2E78E7A-1480-B1F9-1685-67E307EA898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81992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5154B-96F5-4966-7D38-CDF33273265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7B2B448-45EC-054D-C8B4-4FF0430F617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D7ABD06-BB20-F828-CC48-0D559D2F243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83DB4A2-8B4C-9028-4B53-00091B861C5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2DBE145-A1A5-E87E-2F3A-B098BBA600D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326E0A75-1130-A452-7D89-72A37B21E5F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BA8AD8B-3232-AD51-889F-122968AC2CA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928512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1DFDD-9AFB-68C5-29D5-19B09DF246C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62CCE5E-1506-99BA-9D61-AC43FBEF54E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3DC7240-AE15-A759-B445-4BE6F6F28F1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100D7D8-9FE8-26A8-3C52-31C46A74973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93E6BAD-6881-1922-0301-F1375C403F1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CFA43E7C-5F89-5957-7674-7AADB8BFC22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767C67E-38B2-7A4F-8E48-FEF6A8867BB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583354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C82B5-4DC7-DB91-90C0-876803C977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157727E-397E-7D7E-DC5E-824632AA015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907345B-CA84-5EB2-94C7-41068E03CCA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CA64832-5D73-4C24-A100-6528A8CB2A0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56C758F-AB1A-1AA3-DEB7-57B5600F76F2}"/>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76501048-AD37-4E8F-51B2-E94F59631BC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DBF54B5-ADE1-AD73-5D08-89AA84DF569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565977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1A681-8D4D-2BF0-829B-6D2BF7900B4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45351D-CD6A-F596-8E5C-0225096BE681}"/>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7179A9B-53FB-CAD9-2975-BB7A755F431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1DF8A32-BF92-B96C-6F12-61C787779BC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BB382D4-F76D-1AA5-E510-87C2BD79DB9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57864D2C-0F1F-3217-17D8-787DCEB052A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61FF754-7800-7954-8E5D-B9E46F5D2D1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17768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extLst>
    <p:ext uri="{DCECCB84-F9BA-43D5-87BE-67443E8EF086}">
      <p15:sldGuideLst xmlns:p15="http://schemas.microsoft.com/office/powerpoint/2012/main">
        <p15:guide id="1" orient="horz" pos="3240" userDrawn="1">
          <p15:clr>
            <a:srgbClr val="FBAE40"/>
          </p15:clr>
        </p15:guide>
        <p15:guide id="2" pos="576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0"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 Id="rId9"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3.svg"/><Relationship Id="rId7" Type="http://schemas.openxmlformats.org/officeDocument/2006/relationships/image" Target="../media/image12.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6.svg"/><Relationship Id="rId4" Type="http://schemas.openxmlformats.org/officeDocument/2006/relationships/image" Target="../media/image10.svg"/><Relationship Id="rId9" Type="http://schemas.openxmlformats.org/officeDocument/2006/relationships/image" Target="../media/image14.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svg"/><Relationship Id="rId13" Type="http://schemas.openxmlformats.org/officeDocument/2006/relationships/image" Target="../media/image23.svg"/><Relationship Id="rId3" Type="http://schemas.openxmlformats.org/officeDocument/2006/relationships/image" Target="../media/image3.svg"/><Relationship Id="rId7" Type="http://schemas.openxmlformats.org/officeDocument/2006/relationships/image" Target="../media/image18.svg"/><Relationship Id="rId12" Type="http://schemas.openxmlformats.org/officeDocument/2006/relationships/image" Target="../media/image22.svg"/><Relationship Id="rId2" Type="http://schemas.openxmlformats.org/officeDocument/2006/relationships/notesSlide" Target="../notesSlides/notesSlide10.xml"/><Relationship Id="rId16" Type="http://schemas.openxmlformats.org/officeDocument/2006/relationships/image" Target="../media/image26.svg"/><Relationship Id="rId1" Type="http://schemas.openxmlformats.org/officeDocument/2006/relationships/slideLayout" Target="../slideLayouts/slideLayout7.xml"/><Relationship Id="rId6" Type="http://schemas.openxmlformats.org/officeDocument/2006/relationships/image" Target="../media/image17.svg"/><Relationship Id="rId11" Type="http://schemas.openxmlformats.org/officeDocument/2006/relationships/image" Target="../media/image21.svg"/><Relationship Id="rId5" Type="http://schemas.openxmlformats.org/officeDocument/2006/relationships/image" Target="../media/image16.svg"/><Relationship Id="rId15" Type="http://schemas.openxmlformats.org/officeDocument/2006/relationships/image" Target="../media/image25.sv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20.svg"/><Relationship Id="rId14" Type="http://schemas.openxmlformats.org/officeDocument/2006/relationships/image" Target="../media/image24.svg"/></Relationships>
</file>

<file path=ppt/slides/_rels/slide11.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31.svg"/><Relationship Id="rId3" Type="http://schemas.openxmlformats.org/officeDocument/2006/relationships/image" Target="../media/image3.svg"/><Relationship Id="rId7" Type="http://schemas.openxmlformats.org/officeDocument/2006/relationships/image" Target="../media/image19.svg"/><Relationship Id="rId12" Type="http://schemas.openxmlformats.org/officeDocument/2006/relationships/image" Target="../media/image30.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8.svg"/><Relationship Id="rId11" Type="http://schemas.openxmlformats.org/officeDocument/2006/relationships/image" Target="../media/image29.svg"/><Relationship Id="rId5" Type="http://schemas.openxmlformats.org/officeDocument/2006/relationships/image" Target="../media/image17.svg"/><Relationship Id="rId10" Type="http://schemas.openxmlformats.org/officeDocument/2006/relationships/image" Target="../media/image28.svg"/><Relationship Id="rId4" Type="http://schemas.openxmlformats.org/officeDocument/2006/relationships/image" Target="../media/image16.svg"/><Relationship Id="rId9" Type="http://schemas.openxmlformats.org/officeDocument/2006/relationships/image" Target="../media/image27.svg"/><Relationship Id="rId14" Type="http://schemas.openxmlformats.org/officeDocument/2006/relationships/image" Target="../media/image32.sv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36.sv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3.svg"/><Relationship Id="rId7" Type="http://schemas.openxmlformats.org/officeDocument/2006/relationships/image" Target="../media/image37.sv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6.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svg"/><Relationship Id="rId7" Type="http://schemas.openxmlformats.org/officeDocument/2006/relationships/image" Target="../media/image38.sv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hyperlink" Target="https://doi.org/10.14361/9783839458273" TargetMode="External"/><Relationship Id="rId3" Type="http://schemas.openxmlformats.org/officeDocument/2006/relationships/image" Target="../media/image3.svg"/><Relationship Id="rId7" Type="http://schemas.openxmlformats.org/officeDocument/2006/relationships/hyperlink" Target="https://doi.org/10.7208/chicago/9780226826318.001.0001" TargetMode="External"/><Relationship Id="rId12" Type="http://schemas.openxmlformats.org/officeDocument/2006/relationships/hyperlink" Target="https://doi.org/10.1177/02632764221103527" TargetMode="Externa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hyperlink" Target="https://doi.org/10.1093/oxfordhb/9780199959303.013.0012" TargetMode="External"/><Relationship Id="rId11" Type="http://schemas.openxmlformats.org/officeDocument/2006/relationships/hyperlink" Target="https://doi.org/10.14763/2020.4.1532" TargetMode="External"/><Relationship Id="rId5" Type="http://schemas.openxmlformats.org/officeDocument/2006/relationships/hyperlink" Target="https://doi.org/10.1093/019924989X.003.0004" TargetMode="External"/><Relationship Id="rId10" Type="http://schemas.openxmlformats.org/officeDocument/2006/relationships/hyperlink" Target="https://doi.org/10.1007/978-3-658-22265-9_12" TargetMode="External"/><Relationship Id="rId4" Type="http://schemas.openxmlformats.org/officeDocument/2006/relationships/hyperlink" Target="https://doi.org/10.4324/9781003148012" TargetMode="External"/><Relationship Id="rId9" Type="http://schemas.openxmlformats.org/officeDocument/2006/relationships/hyperlink" Target="https://doi.org/10.5771/9783748912187-365"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40.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958E9A-32A2-8C6E-6F48-08E25C2DF0FA}"/>
            </a:ext>
          </a:extLst>
        </p:cNvPr>
        <p:cNvGrpSpPr/>
        <p:nvPr/>
      </p:nvGrpSpPr>
      <p:grpSpPr>
        <a:xfrm>
          <a:off x="0" y="0"/>
          <a:ext cx="0" cy="0"/>
          <a:chOff x="0" y="0"/>
          <a:chExt cx="0" cy="0"/>
        </a:xfrm>
      </p:grpSpPr>
      <p:sp>
        <p:nvSpPr>
          <p:cNvPr id="4" name="AutoShape 4">
            <a:extLst>
              <a:ext uri="{FF2B5EF4-FFF2-40B4-BE49-F238E27FC236}">
                <a16:creationId xmlns:a16="http://schemas.microsoft.com/office/drawing/2014/main" id="{86BF52D5-3473-6CC8-F8DA-1EE759DB4A9B}"/>
              </a:ext>
            </a:extLst>
          </p:cNvPr>
          <p:cNvSpPr/>
          <p:nvPr/>
        </p:nvSpPr>
        <p:spPr>
          <a:xfrm>
            <a:off x="8353446" y="5298883"/>
            <a:ext cx="8639154" cy="13784"/>
          </a:xfrm>
          <a:prstGeom prst="line">
            <a:avLst/>
          </a:prstGeom>
          <a:ln w="28575" cap="rnd">
            <a:solidFill>
              <a:srgbClr val="333333"/>
            </a:solidFill>
            <a:prstDash val="solid"/>
            <a:headEnd type="none" w="sm" len="sm"/>
            <a:tailEnd type="none" w="sm" len="sm"/>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TextBox 5">
            <a:extLst>
              <a:ext uri="{FF2B5EF4-FFF2-40B4-BE49-F238E27FC236}">
                <a16:creationId xmlns:a16="http://schemas.microsoft.com/office/drawing/2014/main" id="{D0AAC773-465F-9F3A-A0A0-E9510FFDDA81}"/>
              </a:ext>
            </a:extLst>
          </p:cNvPr>
          <p:cNvSpPr txBox="1"/>
          <p:nvPr/>
        </p:nvSpPr>
        <p:spPr>
          <a:xfrm>
            <a:off x="8305800" y="1181100"/>
            <a:ext cx="8686800" cy="2215991"/>
          </a:xfrm>
          <a:prstGeom prst="rect">
            <a:avLst/>
          </a:prstGeom>
        </p:spPr>
        <p:txBody>
          <a:bodyPr wrap="square" lIns="0" tIns="0" rIns="0" bIns="0" rtlCol="0" anchor="t">
            <a:spAutoFit/>
          </a:bodyPr>
          <a:lstStyle/>
          <a:p>
            <a:pPr lvl="0">
              <a:defRPr/>
            </a:pPr>
            <a:r>
              <a:rPr lang="de-DE" sz="4800" dirty="0">
                <a:latin typeface="Noto Serif"/>
                <a:ea typeface="Noto Serif"/>
                <a:cs typeface="Noto Serif"/>
                <a:sym typeface="Noto Serif"/>
              </a:rPr>
              <a:t>Bürgerliche Kompetenz in der neuen Infrastruktur der Demokratie</a:t>
            </a:r>
            <a:endParaRPr kumimoji="0" lang="en-US" sz="4800" b="0" i="0" u="none" strike="noStrike" kern="1200" cap="none" spc="0" normalizeH="0" baseline="0" noProof="0" dirty="0">
              <a:ln>
                <a:noFill/>
              </a:ln>
              <a:effectLst/>
              <a:uLnTx/>
              <a:uFillTx/>
              <a:latin typeface="Noto Serif"/>
              <a:ea typeface="Noto Serif"/>
              <a:cs typeface="Noto Serif"/>
              <a:sym typeface="Noto Serif"/>
            </a:endParaRPr>
          </a:p>
        </p:txBody>
      </p:sp>
      <p:sp>
        <p:nvSpPr>
          <p:cNvPr id="6" name="TextBox 6">
            <a:extLst>
              <a:ext uri="{FF2B5EF4-FFF2-40B4-BE49-F238E27FC236}">
                <a16:creationId xmlns:a16="http://schemas.microsoft.com/office/drawing/2014/main" id="{FBB9831F-7F11-0A06-9FEB-ADC76B372AE6}"/>
              </a:ext>
            </a:extLst>
          </p:cNvPr>
          <p:cNvSpPr txBox="1"/>
          <p:nvPr/>
        </p:nvSpPr>
        <p:spPr>
          <a:xfrm>
            <a:off x="8305800" y="3606250"/>
            <a:ext cx="8639154" cy="1086772"/>
          </a:xfrm>
          <a:prstGeom prst="rect">
            <a:avLst/>
          </a:prstGeom>
        </p:spPr>
        <p:txBody>
          <a:bodyPr wrap="square" lIns="0" tIns="0" rIns="0" bIns="0" rtlCol="0" anchor="t">
            <a:spAutoFit/>
          </a:bodyPr>
          <a:lstStyle/>
          <a:p>
            <a:pPr>
              <a:lnSpc>
                <a:spcPts val="4392"/>
              </a:lnSpc>
              <a:spcBef>
                <a:spcPct val="0"/>
              </a:spcBef>
            </a:pPr>
            <a:r>
              <a:rPr lang="de-DE" sz="3000" spc="57" dirty="0">
                <a:latin typeface="Noto Sans"/>
                <a:ea typeface="Noto Sans"/>
                <a:cs typeface="Noto Sans"/>
                <a:sym typeface="Noto Sans"/>
              </a:rPr>
              <a:t>Die politischen Spannungsverhältnisse verschiedener Ebenen digitaler Souveränität</a:t>
            </a:r>
            <a:endParaRPr lang="en-US" sz="3000" spc="57" dirty="0">
              <a:latin typeface="Noto Sans"/>
              <a:ea typeface="Noto Sans"/>
              <a:cs typeface="Noto Sans"/>
              <a:sym typeface="Noto Sans"/>
            </a:endParaRPr>
          </a:p>
        </p:txBody>
      </p:sp>
      <p:sp>
        <p:nvSpPr>
          <p:cNvPr id="10" name="TextBox 10">
            <a:extLst>
              <a:ext uri="{FF2B5EF4-FFF2-40B4-BE49-F238E27FC236}">
                <a16:creationId xmlns:a16="http://schemas.microsoft.com/office/drawing/2014/main" id="{E5BB4D9A-F5DE-CB56-8FD4-D825F924F262}"/>
              </a:ext>
            </a:extLst>
          </p:cNvPr>
          <p:cNvSpPr txBox="1"/>
          <p:nvPr/>
        </p:nvSpPr>
        <p:spPr>
          <a:xfrm rot="5400000">
            <a:off x="5976000" y="9036000"/>
            <a:ext cx="2052000" cy="333425"/>
          </a:xfrm>
          <a:prstGeom prst="rect">
            <a:avLst/>
          </a:prstGeom>
        </p:spPr>
        <p:txBody>
          <a:bodyPr wrap="square" lIns="0" tIns="0" rIns="0" bIns="0" rtlCol="0" anchor="t">
            <a:spAutoFit/>
          </a:bodyPr>
          <a:lstStyle/>
          <a:p>
            <a:pPr lvl="0">
              <a:lnSpc>
                <a:spcPts val="1320"/>
              </a:lnSpc>
              <a:defRPr/>
            </a:pPr>
            <a:r>
              <a:rPr kumimoji="0" lang="en-US" sz="1200" b="0" i="0" u="none" strike="noStrike" kern="1200" cap="none" spc="19" normalizeH="0" baseline="0" noProof="0" dirty="0">
                <a:ln>
                  <a:noFill/>
                </a:ln>
                <a:solidFill>
                  <a:srgbClr val="333333"/>
                </a:solidFill>
                <a:effectLst/>
                <a:uLnTx/>
                <a:uFillTx/>
                <a:latin typeface="Noto Sans"/>
                <a:ea typeface="Noto Sans"/>
                <a:cs typeface="Noto Sans"/>
                <a:sym typeface="Noto Sans"/>
              </a:rPr>
              <a:t>© </a:t>
            </a:r>
            <a:r>
              <a:rPr lang="en-US" sz="1200" spc="19" dirty="0">
                <a:solidFill>
                  <a:srgbClr val="333333"/>
                </a:solidFill>
                <a:latin typeface="Noto Sans"/>
                <a:ea typeface="Noto Sans"/>
                <a:cs typeface="Noto Sans"/>
                <a:sym typeface="Noto Sans"/>
              </a:rPr>
              <a:t>Lisa Haney / </a:t>
            </a:r>
            <a:r>
              <a:rPr lang="en-US" sz="1200" spc="19" dirty="0" err="1">
                <a:solidFill>
                  <a:srgbClr val="333333"/>
                </a:solidFill>
                <a:latin typeface="Noto Sans"/>
                <a:ea typeface="Noto Sans"/>
                <a:cs typeface="Noto Sans"/>
                <a:sym typeface="Noto Sans"/>
              </a:rPr>
              <a:t>shutterstock</a:t>
            </a:r>
            <a:endParaRPr kumimoji="0" lang="en-US" sz="1200" b="0" i="0" u="none" strike="noStrike" kern="1200" cap="none" spc="19" normalizeH="0" baseline="0" noProof="0" dirty="0">
              <a:ln>
                <a:noFill/>
              </a:ln>
              <a:solidFill>
                <a:srgbClr val="333333"/>
              </a:solidFill>
              <a:effectLst/>
              <a:uLnTx/>
              <a:uFillTx/>
              <a:latin typeface="Noto Sans"/>
              <a:ea typeface="Noto Sans"/>
              <a:cs typeface="Noto Sans"/>
              <a:sym typeface="Noto Sans"/>
            </a:endParaRPr>
          </a:p>
        </p:txBody>
      </p:sp>
      <p:sp>
        <p:nvSpPr>
          <p:cNvPr id="15" name="Rectangle 14">
            <a:extLst>
              <a:ext uri="{FF2B5EF4-FFF2-40B4-BE49-F238E27FC236}">
                <a16:creationId xmlns:a16="http://schemas.microsoft.com/office/drawing/2014/main" id="{58D6F5D0-B4E1-1A34-7D1F-998E6A59E397}"/>
              </a:ext>
            </a:extLst>
          </p:cNvPr>
          <p:cNvSpPr>
            <a:spLocks noChangeAspect="1"/>
          </p:cNvSpPr>
          <p:nvPr/>
        </p:nvSpPr>
        <p:spPr>
          <a:xfrm>
            <a:off x="600" y="0"/>
            <a:ext cx="6933600" cy="10288800"/>
          </a:xfrm>
          <a:prstGeom prst="rect">
            <a:avLst/>
          </a:prstGeom>
          <a:blipFill>
            <a:blip r:embed="rId3" cstate="print">
              <a:extLst>
                <a:ext uri="{28A0092B-C50C-407E-A947-70E740481C1C}">
                  <a14:useLocalDpi xmlns:a14="http://schemas.microsoft.com/office/drawing/2010/main" val="0"/>
                </a:ext>
              </a:extLst>
            </a:blip>
            <a:srcRect/>
            <a:stretch>
              <a:fillRect l="-6602" t="-504" r="-6594" b="-496"/>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9">
            <a:extLst>
              <a:ext uri="{FF2B5EF4-FFF2-40B4-BE49-F238E27FC236}">
                <a16:creationId xmlns:a16="http://schemas.microsoft.com/office/drawing/2014/main" id="{1FCB90BF-C28B-5C2D-54B3-E605A6AD170E}"/>
              </a:ext>
            </a:extLst>
          </p:cNvPr>
          <p:cNvSpPr txBox="1"/>
          <p:nvPr/>
        </p:nvSpPr>
        <p:spPr>
          <a:xfrm>
            <a:off x="8353446" y="5930390"/>
            <a:ext cx="8591508" cy="861774"/>
          </a:xfrm>
          <a:prstGeom prst="rect">
            <a:avLst/>
          </a:prstGeom>
        </p:spPr>
        <p:txBody>
          <a:bodyPr wrap="square" lIns="0" tIns="0" rIns="0" bIns="0" rtlCol="0" anchor="t">
            <a:spAutoFit/>
          </a:bodyPr>
          <a:lstStyle/>
          <a:p>
            <a:pPr marL="0" marR="0" lvl="0" indent="0" defTabSz="914400" rtl="0" eaLnBrk="1" fontAlgn="auto" latinLnBrk="0" hangingPunct="1">
              <a:spcBef>
                <a:spcPts val="0"/>
              </a:spcBef>
              <a:spcAft>
                <a:spcPts val="0"/>
              </a:spcAft>
              <a:buClrTx/>
              <a:buSzTx/>
              <a:buFontTx/>
              <a:buNone/>
              <a:tabLst/>
              <a:defRPr/>
            </a:pPr>
            <a:r>
              <a:rPr kumimoji="0" lang="en-US" sz="3200" b="0" i="0" u="none" strike="noStrike" kern="1200" cap="none" spc="38" normalizeH="0" baseline="0" noProof="0" dirty="0">
                <a:ln>
                  <a:noFill/>
                </a:ln>
                <a:effectLst/>
                <a:uLnTx/>
                <a:uFillTx/>
                <a:latin typeface="Noto Sans"/>
                <a:ea typeface="Noto Sans"/>
                <a:cs typeface="Noto Sans"/>
                <a:sym typeface="Noto Sans"/>
              </a:rPr>
              <a:t>Frodo Podschwadek</a:t>
            </a:r>
          </a:p>
          <a:p>
            <a:pPr marL="0" marR="0" lvl="0" indent="0" defTabSz="914400" rtl="0" eaLnBrk="1" fontAlgn="auto" latinLnBrk="0" hangingPunct="1">
              <a:spcBef>
                <a:spcPts val="0"/>
              </a:spcBef>
              <a:spcAft>
                <a:spcPts val="0"/>
              </a:spcAft>
              <a:buClrTx/>
              <a:buSzTx/>
              <a:buFontTx/>
              <a:buNone/>
              <a:tabLst/>
              <a:defRPr/>
            </a:pPr>
            <a:r>
              <a:rPr lang="en-US" sz="2400" spc="38" dirty="0">
                <a:latin typeface="Noto Sans"/>
                <a:ea typeface="Noto Sans"/>
                <a:cs typeface="Noto Sans"/>
                <a:sym typeface="Noto Sans"/>
              </a:rPr>
              <a:t>Academie der </a:t>
            </a:r>
            <a:r>
              <a:rPr lang="en-US" sz="2400" spc="38" dirty="0" err="1">
                <a:latin typeface="Noto Sans"/>
                <a:ea typeface="Noto Sans"/>
                <a:cs typeface="Noto Sans"/>
                <a:sym typeface="Noto Sans"/>
              </a:rPr>
              <a:t>Wissenschaften</a:t>
            </a:r>
            <a:r>
              <a:rPr lang="en-US" sz="2400" spc="38" dirty="0">
                <a:latin typeface="Noto Sans"/>
                <a:ea typeface="Noto Sans"/>
                <a:cs typeface="Noto Sans"/>
                <a:sym typeface="Noto Sans"/>
              </a:rPr>
              <a:t> und der </a:t>
            </a:r>
            <a:r>
              <a:rPr lang="en-US" sz="2400" spc="38" dirty="0" err="1">
                <a:latin typeface="Noto Sans"/>
                <a:ea typeface="Noto Sans"/>
                <a:cs typeface="Noto Sans"/>
                <a:sym typeface="Noto Sans"/>
              </a:rPr>
              <a:t>Literatur</a:t>
            </a:r>
            <a:r>
              <a:rPr lang="en-US" sz="2400" spc="38" dirty="0">
                <a:latin typeface="Noto Sans"/>
                <a:ea typeface="Noto Sans"/>
                <a:cs typeface="Noto Sans"/>
                <a:sym typeface="Noto Sans"/>
              </a:rPr>
              <a:t> | Mainz</a:t>
            </a:r>
            <a:endParaRPr kumimoji="0" lang="en-US" sz="2400" b="0" i="0" u="none" strike="noStrike" kern="1200" cap="none" spc="38" normalizeH="0" baseline="0" noProof="0" dirty="0">
              <a:ln>
                <a:noFill/>
              </a:ln>
              <a:effectLst/>
              <a:uLnTx/>
              <a:uFillTx/>
              <a:latin typeface="Noto Sans"/>
              <a:ea typeface="Noto Sans"/>
              <a:cs typeface="Noto Sans"/>
              <a:sym typeface="Noto Sans"/>
            </a:endParaRPr>
          </a:p>
        </p:txBody>
      </p:sp>
      <p:sp>
        <p:nvSpPr>
          <p:cNvPr id="19" name="Freeform 7">
            <a:extLst>
              <a:ext uri="{FF2B5EF4-FFF2-40B4-BE49-F238E27FC236}">
                <a16:creationId xmlns:a16="http://schemas.microsoft.com/office/drawing/2014/main" id="{C45FAFD1-6AB5-3856-0407-8A83434527B8}"/>
              </a:ext>
            </a:extLst>
          </p:cNvPr>
          <p:cNvSpPr/>
          <p:nvPr/>
        </p:nvSpPr>
        <p:spPr>
          <a:xfrm>
            <a:off x="14832600" y="7658100"/>
            <a:ext cx="2160000" cy="2160000"/>
          </a:xfrm>
          <a:custGeom>
            <a:avLst/>
            <a:gdLst/>
            <a:ahLst/>
            <a:cxnLst/>
            <a:rect l="l" t="t" r="r" b="b"/>
            <a:pathLst>
              <a:path w="1405247" h="1405247">
                <a:moveTo>
                  <a:pt x="0" y="0"/>
                </a:moveTo>
                <a:lnTo>
                  <a:pt x="1405247" y="0"/>
                </a:lnTo>
                <a:lnTo>
                  <a:pt x="1405247" y="1405247"/>
                </a:lnTo>
                <a:lnTo>
                  <a:pt x="0" y="140524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dirty="0"/>
          </a:p>
        </p:txBody>
      </p:sp>
    </p:spTree>
    <p:extLst>
      <p:ext uri="{BB962C8B-B14F-4D97-AF65-F5344CB8AC3E}">
        <p14:creationId xmlns:p14="http://schemas.microsoft.com/office/powerpoint/2010/main" val="2456377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52905-2901-7349-9109-380CD380FE3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4A602E6-321B-F2FD-1D4F-DBC8398BF3F1}"/>
              </a:ext>
            </a:extLst>
          </p:cNvPr>
          <p:cNvSpPr txBox="1"/>
          <p:nvPr/>
        </p:nvSpPr>
        <p:spPr>
          <a:xfrm>
            <a:off x="1028700" y="1943100"/>
            <a:ext cx="16213111" cy="1231106"/>
          </a:xfrm>
          <a:prstGeom prst="rect">
            <a:avLst/>
          </a:prstGeom>
        </p:spPr>
        <p:txBody>
          <a:bodyPr lIns="0" tIns="0" rIns="0" bIns="0" rtlCol="0" anchor="t">
            <a:spAutoFit/>
          </a:bodyPr>
          <a:lstStyle/>
          <a:p>
            <a:pPr>
              <a:lnSpc>
                <a:spcPts val="9600"/>
              </a:lnSpc>
            </a:pPr>
            <a:r>
              <a:rPr lang="en-US" sz="8000" dirty="0">
                <a:latin typeface="Noto Serif"/>
                <a:ea typeface="Noto Serif"/>
                <a:cs typeface="Noto Serif"/>
                <a:sym typeface="Noto Serif"/>
              </a:rPr>
              <a:t>Der </a:t>
            </a:r>
            <a:r>
              <a:rPr lang="en-US" sz="8000" dirty="0" err="1">
                <a:latin typeface="Noto Serif"/>
                <a:ea typeface="Noto Serif"/>
                <a:cs typeface="Noto Serif"/>
                <a:sym typeface="Noto Serif"/>
              </a:rPr>
              <a:t>Begriff</a:t>
            </a:r>
            <a:r>
              <a:rPr lang="en-US" sz="8000" dirty="0">
                <a:latin typeface="Noto Serif"/>
                <a:ea typeface="Noto Serif"/>
                <a:cs typeface="Noto Serif"/>
                <a:sym typeface="Noto Serif"/>
              </a:rPr>
              <a:t> der </a:t>
            </a:r>
            <a:r>
              <a:rPr lang="en-US" sz="8000" dirty="0" err="1">
                <a:latin typeface="Noto Serif"/>
                <a:ea typeface="Noto Serif"/>
                <a:cs typeface="Noto Serif"/>
                <a:sym typeface="Noto Serif"/>
              </a:rPr>
              <a:t>Souveränität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6163116-1AA0-4C40-0C24-F182FB9A8F96}"/>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5DCB4D2-B16E-142C-98EA-A0A10F071BD0}"/>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E3AF0339-8C4E-66ED-3967-B5B11D410C4C}"/>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76CAC57-1BD4-C4C0-5677-180823C0F8E9}"/>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5EE3E078-B3BA-5EB4-DA92-9BA1029E428D}"/>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9339E602-FE6B-50AF-904B-F39AF78DAA5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725160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62FA6-5266-914D-E41B-D2C6FA283D1E}"/>
            </a:ext>
          </a:extLst>
        </p:cNvPr>
        <p:cNvGrpSpPr/>
        <p:nvPr/>
      </p:nvGrpSpPr>
      <p:grpSpPr>
        <a:xfrm>
          <a:off x="0" y="0"/>
          <a:ext cx="0" cy="0"/>
          <a:chOff x="0" y="0"/>
          <a:chExt cx="0" cy="0"/>
        </a:xfrm>
      </p:grpSpPr>
      <p:sp>
        <p:nvSpPr>
          <p:cNvPr id="48" name="Rectangle 47">
            <a:extLst>
              <a:ext uri="{FF2B5EF4-FFF2-40B4-BE49-F238E27FC236}">
                <a16:creationId xmlns:a16="http://schemas.microsoft.com/office/drawing/2014/main" id="{536E2AF1-61C0-1561-D86C-0170EDEB36E7}"/>
              </a:ext>
            </a:extLst>
          </p:cNvPr>
          <p:cNvSpPr/>
          <p:nvPr/>
        </p:nvSpPr>
        <p:spPr>
          <a:xfrm>
            <a:off x="10609708" y="3909499"/>
            <a:ext cx="5655731" cy="4796217"/>
          </a:xfrm>
          <a:prstGeom prst="rect">
            <a:avLst/>
          </a:prstGeom>
          <a:solidFill>
            <a:schemeClr val="accent2">
              <a:alpha val="10000"/>
            </a:schemeClr>
          </a:solid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188D7645-D6CD-C515-2D5C-4D2BB477EA2D}"/>
              </a:ext>
            </a:extLst>
          </p:cNvPr>
          <p:cNvSpPr/>
          <p:nvPr/>
        </p:nvSpPr>
        <p:spPr>
          <a:xfrm>
            <a:off x="2506647" y="4350665"/>
            <a:ext cx="5825630" cy="1466072"/>
          </a:xfrm>
          <a:prstGeom prst="rect">
            <a:avLst/>
          </a:prstGeom>
          <a:solidFill>
            <a:schemeClr val="accent2">
              <a:alpha val="10000"/>
            </a:schemeClr>
          </a:solid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Freeform 10">
            <a:extLst>
              <a:ext uri="{FF2B5EF4-FFF2-40B4-BE49-F238E27FC236}">
                <a16:creationId xmlns:a16="http://schemas.microsoft.com/office/drawing/2014/main" id="{DE8CAE30-95C8-7B1D-3715-42D8E60C13DF}"/>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3335D9E3-917D-0EA7-3AC6-B3E1156738EA}"/>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EBCC54F4-52D5-A99A-E497-9DCBB1C5A57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60C1029D-8486-9CD4-5769-58DC37D6CF7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54813D5A-F4E3-C7FE-46B0-42DEE4676706}"/>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908FF052-1B01-CC1F-8F9E-A173B7D8CE36}"/>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3</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Rectangle 8">
            <a:extLst>
              <a:ext uri="{FF2B5EF4-FFF2-40B4-BE49-F238E27FC236}">
                <a16:creationId xmlns:a16="http://schemas.microsoft.com/office/drawing/2014/main" id="{6CA66985-4AC6-0E42-EAE5-3C367D0035A6}"/>
              </a:ext>
            </a:extLst>
          </p:cNvPr>
          <p:cNvSpPr/>
          <p:nvPr/>
        </p:nvSpPr>
        <p:spPr>
          <a:xfrm>
            <a:off x="2954585" y="2171701"/>
            <a:ext cx="3234830"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Souveränität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C8A4C3A7-860F-0F4E-776C-87AC9EFB7B5B}"/>
              </a:ext>
            </a:extLst>
          </p:cNvPr>
          <p:cNvSpPr/>
          <p:nvPr/>
        </p:nvSpPr>
        <p:spPr>
          <a:xfrm>
            <a:off x="2995945" y="4626502"/>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territorial</a:t>
            </a:r>
          </a:p>
        </p:txBody>
      </p:sp>
      <p:sp>
        <p:nvSpPr>
          <p:cNvPr id="14" name="Rectangle 13">
            <a:extLst>
              <a:ext uri="{FF2B5EF4-FFF2-40B4-BE49-F238E27FC236}">
                <a16:creationId xmlns:a16="http://schemas.microsoft.com/office/drawing/2014/main" id="{E6AFB32F-E4D3-9549-8B6A-4458926F8D49}"/>
              </a:ext>
            </a:extLst>
          </p:cNvPr>
          <p:cNvSpPr/>
          <p:nvPr/>
        </p:nvSpPr>
        <p:spPr>
          <a:xfrm>
            <a:off x="2995945" y="7025137"/>
            <a:ext cx="3234830"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persönlich</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EBD630FC-BB30-4556-0937-50203F4F5C89}"/>
              </a:ext>
            </a:extLst>
          </p:cNvPr>
          <p:cNvSpPr/>
          <p:nvPr/>
        </p:nvSpPr>
        <p:spPr>
          <a:xfrm>
            <a:off x="11049000" y="2171700"/>
            <a:ext cx="4761382"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Digitale</a:t>
            </a: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Souveränität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20" name="Connector: Elbow 19">
            <a:extLst>
              <a:ext uri="{FF2B5EF4-FFF2-40B4-BE49-F238E27FC236}">
                <a16:creationId xmlns:a16="http://schemas.microsoft.com/office/drawing/2014/main" id="{F04455AE-738F-EE6F-1E27-2B811E0DAEC6}"/>
              </a:ext>
            </a:extLst>
          </p:cNvPr>
          <p:cNvCxnSpPr>
            <a:cxnSpLocks/>
            <a:stCxn id="9" idx="1"/>
            <a:endCxn id="12" idx="1"/>
          </p:cNvCxnSpPr>
          <p:nvPr/>
        </p:nvCxnSpPr>
        <p:spPr>
          <a:xfrm rot="10800000" flipH="1" flipV="1">
            <a:off x="2954585" y="2628900"/>
            <a:ext cx="41360" cy="2454801"/>
          </a:xfrm>
          <a:prstGeom prst="bentConnector3">
            <a:avLst>
              <a:gd name="adj1" fmla="val -552708"/>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199934FA-A03D-450C-2924-32C4589EF3C8}"/>
              </a:ext>
            </a:extLst>
          </p:cNvPr>
          <p:cNvCxnSpPr>
            <a:cxnSpLocks/>
            <a:stCxn id="9" idx="1"/>
            <a:endCxn id="14" idx="1"/>
          </p:cNvCxnSpPr>
          <p:nvPr/>
        </p:nvCxnSpPr>
        <p:spPr>
          <a:xfrm rot="10800000" flipH="1" flipV="1">
            <a:off x="2954585" y="2628901"/>
            <a:ext cx="41360" cy="4853436"/>
          </a:xfrm>
          <a:prstGeom prst="bentConnector3">
            <a:avLst>
              <a:gd name="adj1" fmla="val -552708"/>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9B66FCF4-63F3-B687-867D-01E83A0E9B4C}"/>
              </a:ext>
            </a:extLst>
          </p:cNvPr>
          <p:cNvSpPr txBox="1"/>
          <p:nvPr/>
        </p:nvSpPr>
        <p:spPr>
          <a:xfrm>
            <a:off x="6395524" y="4791313"/>
            <a:ext cx="1798890" cy="584775"/>
          </a:xfrm>
          <a:prstGeom prst="rect">
            <a:avLst/>
          </a:prstGeom>
          <a:noFill/>
        </p:spPr>
        <p:txBody>
          <a:bodyPr wrap="none" rtlCol="0">
            <a:spAutoFit/>
          </a:bodyPr>
          <a:lstStyle/>
          <a:p>
            <a:r>
              <a:rPr lang="en-GB" sz="3200" dirty="0" err="1">
                <a:solidFill>
                  <a:schemeClr val="accent2"/>
                </a:solidFill>
                <a:latin typeface="Noto Sans" panose="020B0502040504020204" pitchFamily="34" charset="0"/>
                <a:ea typeface="Noto Sans" panose="020B0502040504020204" pitchFamily="34" charset="0"/>
                <a:cs typeface="Noto Sans" panose="020B0502040504020204" pitchFamily="34" charset="0"/>
              </a:rPr>
              <a:t>politisch</a:t>
            </a:r>
            <a:endParaRPr lang="en-GB" sz="3200"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1" name="Rectangle 30">
            <a:extLst>
              <a:ext uri="{FF2B5EF4-FFF2-40B4-BE49-F238E27FC236}">
                <a16:creationId xmlns:a16="http://schemas.microsoft.com/office/drawing/2014/main" id="{A07059A4-3362-0833-9AB8-771FC0D83004}"/>
              </a:ext>
            </a:extLst>
          </p:cNvPr>
          <p:cNvSpPr/>
          <p:nvPr/>
        </p:nvSpPr>
        <p:spPr>
          <a:xfrm>
            <a:off x="11812276" y="4242397"/>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territorial</a:t>
            </a:r>
          </a:p>
        </p:txBody>
      </p:sp>
      <p:sp>
        <p:nvSpPr>
          <p:cNvPr id="37" name="Rectangle 36">
            <a:extLst>
              <a:ext uri="{FF2B5EF4-FFF2-40B4-BE49-F238E27FC236}">
                <a16:creationId xmlns:a16="http://schemas.microsoft.com/office/drawing/2014/main" id="{EA55053A-7B1C-1055-BCD6-475233AD97F2}"/>
              </a:ext>
            </a:extLst>
          </p:cNvPr>
          <p:cNvSpPr/>
          <p:nvPr/>
        </p:nvSpPr>
        <p:spPr>
          <a:xfrm>
            <a:off x="11812276" y="7470603"/>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persönlich</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9" name="Rectangle 38">
            <a:extLst>
              <a:ext uri="{FF2B5EF4-FFF2-40B4-BE49-F238E27FC236}">
                <a16:creationId xmlns:a16="http://schemas.microsoft.com/office/drawing/2014/main" id="{2BDE6535-6D02-F1D4-FAC2-675368AB2460}"/>
              </a:ext>
            </a:extLst>
          </p:cNvPr>
          <p:cNvSpPr/>
          <p:nvPr/>
        </p:nvSpPr>
        <p:spPr>
          <a:xfrm>
            <a:off x="11812276" y="5856500"/>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administrativ</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42" name="Connector: Elbow 41">
            <a:extLst>
              <a:ext uri="{FF2B5EF4-FFF2-40B4-BE49-F238E27FC236}">
                <a16:creationId xmlns:a16="http://schemas.microsoft.com/office/drawing/2014/main" id="{B6E73E32-C915-0101-B198-E774D78BFDAC}"/>
              </a:ext>
            </a:extLst>
          </p:cNvPr>
          <p:cNvCxnSpPr>
            <a:stCxn id="16" idx="3"/>
            <a:endCxn id="31" idx="3"/>
          </p:cNvCxnSpPr>
          <p:nvPr/>
        </p:nvCxnSpPr>
        <p:spPr>
          <a:xfrm flipH="1">
            <a:off x="15047106" y="2628900"/>
            <a:ext cx="763276" cy="2070697"/>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C80AF47F-25BE-4115-FB51-ACED98A61E63}"/>
              </a:ext>
            </a:extLst>
          </p:cNvPr>
          <p:cNvCxnSpPr>
            <a:stCxn id="16" idx="3"/>
            <a:endCxn id="39" idx="3"/>
          </p:cNvCxnSpPr>
          <p:nvPr/>
        </p:nvCxnSpPr>
        <p:spPr>
          <a:xfrm flipH="1">
            <a:off x="15047106" y="2628900"/>
            <a:ext cx="763276" cy="3684800"/>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93B1C28B-C4BD-EBB1-B400-B294787C8539}"/>
              </a:ext>
            </a:extLst>
          </p:cNvPr>
          <p:cNvCxnSpPr>
            <a:stCxn id="16" idx="3"/>
            <a:endCxn id="37" idx="3"/>
          </p:cNvCxnSpPr>
          <p:nvPr/>
        </p:nvCxnSpPr>
        <p:spPr>
          <a:xfrm flipH="1">
            <a:off x="15047106" y="2628900"/>
            <a:ext cx="763276" cy="5298903"/>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C2B90A72-BFE6-00EF-C447-5EB7AF689DC9}"/>
              </a:ext>
            </a:extLst>
          </p:cNvPr>
          <p:cNvSpPr txBox="1"/>
          <p:nvPr/>
        </p:nvSpPr>
        <p:spPr>
          <a:xfrm rot="16200000">
            <a:off x="10266417" y="6015221"/>
            <a:ext cx="1798890" cy="584775"/>
          </a:xfrm>
          <a:prstGeom prst="rect">
            <a:avLst/>
          </a:prstGeom>
          <a:noFill/>
        </p:spPr>
        <p:txBody>
          <a:bodyPr wrap="none" rtlCol="0">
            <a:spAutoFit/>
          </a:bodyPr>
          <a:lstStyle/>
          <a:p>
            <a:r>
              <a:rPr lang="en-GB" sz="3200" dirty="0" err="1">
                <a:solidFill>
                  <a:schemeClr val="accent2"/>
                </a:solidFill>
                <a:latin typeface="Noto Sans" panose="020B0502040504020204" pitchFamily="34" charset="0"/>
                <a:ea typeface="Noto Sans" panose="020B0502040504020204" pitchFamily="34" charset="0"/>
                <a:cs typeface="Noto Sans" panose="020B0502040504020204" pitchFamily="34" charset="0"/>
              </a:rPr>
              <a:t>politisch</a:t>
            </a:r>
            <a:endParaRPr lang="en-GB" sz="3200"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944247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C166-7756-406A-DBA7-B88EF243F34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B801BD4-7FB7-9202-CA67-64DF16BEEA3E}"/>
              </a:ext>
            </a:extLst>
          </p:cNvPr>
          <p:cNvSpPr txBox="1"/>
          <p:nvPr/>
        </p:nvSpPr>
        <p:spPr>
          <a:xfrm>
            <a:off x="1028700" y="1943100"/>
            <a:ext cx="16213111" cy="1231106"/>
          </a:xfrm>
          <a:prstGeom prst="rect">
            <a:avLst/>
          </a:prstGeom>
        </p:spPr>
        <p:txBody>
          <a:bodyPr lIns="0" tIns="0" rIns="0" bIns="0" rtlCol="0" anchor="t">
            <a:spAutoFit/>
          </a:bodyPr>
          <a:lstStyle/>
          <a:p>
            <a:pPr>
              <a:lnSpc>
                <a:spcPts val="9600"/>
              </a:lnSpc>
            </a:pPr>
            <a:r>
              <a:rPr lang="en-US" sz="8000" dirty="0" err="1">
                <a:latin typeface="Noto Serif"/>
                <a:ea typeface="Noto Serif"/>
                <a:cs typeface="Noto Serif"/>
                <a:sym typeface="Noto Serif"/>
              </a:rPr>
              <a:t>Bürgerliche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Kompetenzen</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3565A0D-5443-CB02-50FD-A665EE3CF9C9}"/>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C34E3D38-53EB-5937-0263-20528019C33F}"/>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51FC8337-6924-FD14-47D6-5CFB679805BA}"/>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28660C4-64AF-2593-7CE3-213F0B14B18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633D0966-81EF-665D-2467-A30F5B63111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D20CDD55-834D-A0CC-FBF6-9105A0D4DD5F}"/>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4</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38404421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20753-EC22-AE1A-D9BF-E68CAEF852F4}"/>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A92EB468-8737-B31B-CCCB-184A91CEBB8D}"/>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13" name="Oval 12">
            <a:extLst>
              <a:ext uri="{FF2B5EF4-FFF2-40B4-BE49-F238E27FC236}">
                <a16:creationId xmlns:a16="http://schemas.microsoft.com/office/drawing/2014/main" id="{1903FD04-BB3C-2C15-7721-0548D4C9FA46}"/>
              </a:ext>
            </a:extLst>
          </p:cNvPr>
          <p:cNvSpPr>
            <a:spLocks noGrp="1" noRot="1" noMove="1" noResize="1" noEditPoints="1" noAdjustHandles="1" noChangeArrowheads="1" noChangeShapeType="1"/>
          </p:cNvSpPr>
          <p:nvPr/>
        </p:nvSpPr>
        <p:spPr>
          <a:xfrm>
            <a:off x="1465789" y="3104371"/>
            <a:ext cx="6120000" cy="6120000"/>
          </a:xfrm>
          <a:prstGeom prst="ellipse">
            <a:avLst/>
          </a:prstGeom>
          <a:solidFill>
            <a:schemeClr val="accent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Wissen</a:t>
            </a:r>
          </a:p>
        </p:txBody>
      </p:sp>
      <p:sp>
        <p:nvSpPr>
          <p:cNvPr id="15" name="Oval 14">
            <a:extLst>
              <a:ext uri="{FF2B5EF4-FFF2-40B4-BE49-F238E27FC236}">
                <a16:creationId xmlns:a16="http://schemas.microsoft.com/office/drawing/2014/main" id="{8FB488D1-7EA5-3695-454C-8C523BB49498}"/>
              </a:ext>
            </a:extLst>
          </p:cNvPr>
          <p:cNvSpPr>
            <a:spLocks noGrp="1" noRot="1" noMove="1" noResize="1" noEditPoints="1" noAdjustHandles="1" noChangeArrowheads="1" noChangeShapeType="1"/>
          </p:cNvSpPr>
          <p:nvPr/>
        </p:nvSpPr>
        <p:spPr>
          <a:xfrm>
            <a:off x="10702212" y="3104371"/>
            <a:ext cx="6120000" cy="6120000"/>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Politische</a:t>
            </a:r>
            <a:b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b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Tugenden</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7" name="Group 6">
            <a:extLst>
              <a:ext uri="{FF2B5EF4-FFF2-40B4-BE49-F238E27FC236}">
                <a16:creationId xmlns:a16="http://schemas.microsoft.com/office/drawing/2014/main" id="{8FFD8D30-1093-5222-3E24-AE1920C0CCCB}"/>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87EAF98B-F092-DC24-38A0-8ADF1EFAE34E}"/>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716ADAF3-18C0-E311-438F-727F16F04606}"/>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0291C6C7-ADE8-28EB-09CF-772714CF2E0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AD6D87E-4F59-7079-FF03-A261730D9BC4}"/>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5</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Rectangle 8">
            <a:extLst>
              <a:ext uri="{FF2B5EF4-FFF2-40B4-BE49-F238E27FC236}">
                <a16:creationId xmlns:a16="http://schemas.microsoft.com/office/drawing/2014/main" id="{4F0ADE9B-5D9A-7443-5485-F5C5ACB8F439}"/>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Bürgerliche</a:t>
            </a: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Mündigkeit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419DEBE4-C957-1819-A3D7-92288932877B}"/>
              </a:ext>
            </a:extLst>
          </p:cNvPr>
          <p:cNvSpPr/>
          <p:nvPr/>
        </p:nvSpPr>
        <p:spPr>
          <a:xfrm>
            <a:off x="914400" y="3985250"/>
            <a:ext cx="54864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Verständnis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des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politisches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Systems</a:t>
            </a:r>
          </a:p>
        </p:txBody>
      </p:sp>
      <p:sp>
        <p:nvSpPr>
          <p:cNvPr id="19" name="Rectangle 18">
            <a:extLst>
              <a:ext uri="{FF2B5EF4-FFF2-40B4-BE49-F238E27FC236}">
                <a16:creationId xmlns:a16="http://schemas.microsoft.com/office/drawing/2014/main" id="{0AA0894F-28FB-A704-7883-F4DAE4094A40}"/>
              </a:ext>
            </a:extLst>
          </p:cNvPr>
          <p:cNvSpPr/>
          <p:nvPr/>
        </p:nvSpPr>
        <p:spPr>
          <a:xfrm>
            <a:off x="4347562" y="8115331"/>
            <a:ext cx="44958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Einschätzung</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von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Sachfragen</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74FA1EEC-0038-A406-1606-2B23CF469E4E}"/>
              </a:ext>
            </a:extLst>
          </p:cNvPr>
          <p:cNvSpPr/>
          <p:nvPr/>
        </p:nvSpPr>
        <p:spPr>
          <a:xfrm>
            <a:off x="457200" y="6846945"/>
            <a:ext cx="3641071"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Erkennen</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von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Chancen</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3" name="Rectangle 22">
            <a:extLst>
              <a:ext uri="{FF2B5EF4-FFF2-40B4-BE49-F238E27FC236}">
                <a16:creationId xmlns:a16="http://schemas.microsoft.com/office/drawing/2014/main" id="{E8DF27B8-7CC9-02F2-088D-CC53EC3261F8}"/>
              </a:ext>
            </a:extLst>
          </p:cNvPr>
          <p:cNvSpPr/>
          <p:nvPr/>
        </p:nvSpPr>
        <p:spPr>
          <a:xfrm>
            <a:off x="6674172" y="5851946"/>
            <a:ext cx="4939656"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politisch-strategisches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Geschick</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5" name="Rectangle 24">
            <a:extLst>
              <a:ext uri="{FF2B5EF4-FFF2-40B4-BE49-F238E27FC236}">
                <a16:creationId xmlns:a16="http://schemas.microsoft.com/office/drawing/2014/main" id="{1FA330A0-4C35-F154-F9D6-10A14EBB3639}"/>
              </a:ext>
            </a:extLst>
          </p:cNvPr>
          <p:cNvSpPr/>
          <p:nvPr/>
        </p:nvSpPr>
        <p:spPr>
          <a:xfrm>
            <a:off x="11582400" y="3313195"/>
            <a:ext cx="1737813"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Fairness</a:t>
            </a:r>
          </a:p>
        </p:txBody>
      </p:sp>
      <p:sp>
        <p:nvSpPr>
          <p:cNvPr id="27" name="Rectangle 26">
            <a:extLst>
              <a:ext uri="{FF2B5EF4-FFF2-40B4-BE49-F238E27FC236}">
                <a16:creationId xmlns:a16="http://schemas.microsoft.com/office/drawing/2014/main" id="{0570080F-7EF0-321F-425E-5C04EC7D912E}"/>
              </a:ext>
            </a:extLst>
          </p:cNvPr>
          <p:cNvSpPr/>
          <p:nvPr/>
        </p:nvSpPr>
        <p:spPr>
          <a:xfrm>
            <a:off x="15622814" y="6434363"/>
            <a:ext cx="16002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Toleranz</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9" name="Rectangle 28">
            <a:extLst>
              <a:ext uri="{FF2B5EF4-FFF2-40B4-BE49-F238E27FC236}">
                <a16:creationId xmlns:a16="http://schemas.microsoft.com/office/drawing/2014/main" id="{D3C15F45-654A-8EAC-FF34-E8DC766BF253}"/>
              </a:ext>
            </a:extLst>
          </p:cNvPr>
          <p:cNvSpPr/>
          <p:nvPr/>
        </p:nvSpPr>
        <p:spPr>
          <a:xfrm>
            <a:off x="10714903" y="7434599"/>
            <a:ext cx="4517995"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Sinn für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soziale</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Gerechtigkeit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1" name="Rectangle 30">
            <a:extLst>
              <a:ext uri="{FF2B5EF4-FFF2-40B4-BE49-F238E27FC236}">
                <a16:creationId xmlns:a16="http://schemas.microsoft.com/office/drawing/2014/main" id="{07CC6694-45A6-EE03-A52E-10C7AA180457}"/>
              </a:ext>
            </a:extLst>
          </p:cNvPr>
          <p:cNvSpPr/>
          <p:nvPr/>
        </p:nvSpPr>
        <p:spPr>
          <a:xfrm>
            <a:off x="13571028" y="4687024"/>
            <a:ext cx="39231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Beteiligungsbereitschaft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80058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E819F-AEEB-3256-250D-E6FEB0C7E155}"/>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57D1A532-A525-FE86-0E91-38FF7CAC43D8}"/>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AD1DC02A-893E-0268-0575-D1D209F095CF}"/>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B87997D4-1DB7-55ED-6A3C-4992BAB70158}"/>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2FF25D19-FBB2-3A63-5BFA-BC549FCEEE9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B9B47AEF-A3BB-4182-03D7-BCCFD09274AC}"/>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7C1B3D78-F9AF-70EF-A661-2B30D15D125B}"/>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6</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pic>
        <p:nvPicPr>
          <p:cNvPr id="9" name="Graphic 8" descr="Woman with solid fill">
            <a:extLst>
              <a:ext uri="{FF2B5EF4-FFF2-40B4-BE49-F238E27FC236}">
                <a16:creationId xmlns:a16="http://schemas.microsoft.com/office/drawing/2014/main" id="{6DC38442-FBB3-8BE6-79BD-B6546C0E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0" y="3637119"/>
            <a:ext cx="3276600" cy="3276600"/>
          </a:xfrm>
          <a:prstGeom prst="rect">
            <a:avLst/>
          </a:prstGeom>
        </p:spPr>
      </p:pic>
      <p:pic>
        <p:nvPicPr>
          <p:cNvPr id="18" name="Graphic 17" descr="Chat bubble outline">
            <a:extLst>
              <a:ext uri="{FF2B5EF4-FFF2-40B4-BE49-F238E27FC236}">
                <a16:creationId xmlns:a16="http://schemas.microsoft.com/office/drawing/2014/main" id="{B34C6BF9-B1F3-2A4A-17F6-92FA351C79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5638800" y="2095500"/>
            <a:ext cx="1620000" cy="1620000"/>
          </a:xfrm>
          <a:prstGeom prst="rect">
            <a:avLst/>
          </a:prstGeom>
        </p:spPr>
      </p:pic>
      <p:grpSp>
        <p:nvGrpSpPr>
          <p:cNvPr id="54" name="Group 53">
            <a:extLst>
              <a:ext uri="{FF2B5EF4-FFF2-40B4-BE49-F238E27FC236}">
                <a16:creationId xmlns:a16="http://schemas.microsoft.com/office/drawing/2014/main" id="{D21A18B3-5990-D892-152E-D3163BC2E1B8}"/>
              </a:ext>
            </a:extLst>
          </p:cNvPr>
          <p:cNvGrpSpPr/>
          <p:nvPr/>
        </p:nvGrpSpPr>
        <p:grpSpPr>
          <a:xfrm>
            <a:off x="10561502" y="3430091"/>
            <a:ext cx="4836089" cy="3694609"/>
            <a:chOff x="10561502" y="3430091"/>
            <a:chExt cx="4836089" cy="3694609"/>
          </a:xfrm>
        </p:grpSpPr>
        <p:sp>
          <p:nvSpPr>
            <p:cNvPr id="21" name="Rectangle 20">
              <a:extLst>
                <a:ext uri="{FF2B5EF4-FFF2-40B4-BE49-F238E27FC236}">
                  <a16:creationId xmlns:a16="http://schemas.microsoft.com/office/drawing/2014/main" id="{A6B83510-9DF4-89FC-1152-9B34E6AF053D}"/>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4D35A201-F506-3CC0-DD1D-2F7E15739AAD}"/>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B5CDCD54-A5E4-7402-E757-6ED1E6734D40}"/>
                </a:ext>
              </a:extLst>
            </p:cNvPr>
            <p:cNvSpPr/>
            <p:nvPr/>
          </p:nvSpPr>
          <p:spPr>
            <a:xfrm>
              <a:off x="10752002" y="345182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7A4322AA-E947-BBA9-AF75-8FC07C4DD322}"/>
                </a:ext>
              </a:extLst>
            </p:cNvPr>
            <p:cNvSpPr/>
            <p:nvPr/>
          </p:nvSpPr>
          <p:spPr>
            <a:xfrm>
              <a:off x="10752002" y="5787165"/>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24C542DB-F214-EFE7-F878-37477B301CCE}"/>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2" name="Graphic 31" descr="Close with solid fill">
              <a:extLst>
                <a:ext uri="{FF2B5EF4-FFF2-40B4-BE49-F238E27FC236}">
                  <a16:creationId xmlns:a16="http://schemas.microsoft.com/office/drawing/2014/main" id="{99B6508C-6BCE-9A91-06E0-A16A808F55B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561502" y="4039771"/>
              <a:ext cx="914400" cy="914400"/>
            </a:xfrm>
            <a:prstGeom prst="rect">
              <a:avLst/>
            </a:prstGeom>
          </p:spPr>
        </p:pic>
        <p:sp>
          <p:nvSpPr>
            <p:cNvPr id="33" name="TextBox 32">
              <a:extLst>
                <a:ext uri="{FF2B5EF4-FFF2-40B4-BE49-F238E27FC236}">
                  <a16:creationId xmlns:a16="http://schemas.microsoft.com/office/drawing/2014/main" id="{0186A69A-8F35-4C68-A351-7BDCF418AA2C}"/>
                </a:ext>
              </a:extLst>
            </p:cNvPr>
            <p:cNvSpPr txBox="1"/>
            <p:nvPr/>
          </p:nvSpPr>
          <p:spPr>
            <a:xfrm>
              <a:off x="11376939" y="3430091"/>
              <a:ext cx="2512226"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Blaue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5" name="TextBox 34">
              <a:extLst>
                <a:ext uri="{FF2B5EF4-FFF2-40B4-BE49-F238E27FC236}">
                  <a16:creationId xmlns:a16="http://schemas.microsoft.com/office/drawing/2014/main" id="{27F94E04-1F69-A3AF-8586-4B7B31283AF7}"/>
                </a:ext>
              </a:extLst>
            </p:cNvPr>
            <p:cNvSpPr txBox="1"/>
            <p:nvPr/>
          </p:nvSpPr>
          <p:spPr>
            <a:xfrm>
              <a:off x="11376939" y="4204583"/>
              <a:ext cx="2307042"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Rote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7" name="TextBox 36">
              <a:extLst>
                <a:ext uri="{FF2B5EF4-FFF2-40B4-BE49-F238E27FC236}">
                  <a16:creationId xmlns:a16="http://schemas.microsoft.com/office/drawing/2014/main" id="{E9721F75-754E-41CB-B2FD-919D25E81034}"/>
                </a:ext>
              </a:extLst>
            </p:cNvPr>
            <p:cNvSpPr txBox="1"/>
            <p:nvPr/>
          </p:nvSpPr>
          <p:spPr>
            <a:xfrm>
              <a:off x="11376939" y="4983030"/>
              <a:ext cx="2630848"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Grüne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9" name="TextBox 38">
              <a:extLst>
                <a:ext uri="{FF2B5EF4-FFF2-40B4-BE49-F238E27FC236}">
                  <a16:creationId xmlns:a16="http://schemas.microsoft.com/office/drawing/2014/main" id="{2F78D2EC-C190-524B-CEF0-F2564B86A1AF}"/>
                </a:ext>
              </a:extLst>
            </p:cNvPr>
            <p:cNvSpPr txBox="1"/>
            <p:nvPr/>
          </p:nvSpPr>
          <p:spPr>
            <a:xfrm>
              <a:off x="11376939" y="5757522"/>
              <a:ext cx="2544286" cy="584775"/>
            </a:xfrm>
            <a:prstGeom prst="rect">
              <a:avLst/>
            </a:prstGeom>
            <a:noFill/>
          </p:spPr>
          <p:txBody>
            <a:bodyPr wrap="none" rtlCol="0">
              <a:spAutoFit/>
            </a:bodyPr>
            <a:lstStyle/>
            <a:p>
              <a:r>
                <a:rPr lang="en-GB" sz="3200" dirty="0" err="1">
                  <a:latin typeface="Noto Sans" panose="020B0502040504020204" pitchFamily="34" charset="0"/>
                  <a:ea typeface="Noto Sans" panose="020B0502040504020204" pitchFamily="34" charset="0"/>
                  <a:cs typeface="Noto Sans" panose="020B0502040504020204" pitchFamily="34" charset="0"/>
                </a:rPr>
                <a:t>Gelbe</a:t>
              </a:r>
              <a:r>
                <a:rPr lang="en-GB" sz="3200" dirty="0">
                  <a:latin typeface="Noto Sans" panose="020B0502040504020204" pitchFamily="34" charset="0"/>
                  <a:ea typeface="Noto Sans" panose="020B0502040504020204" pitchFamily="34" charset="0"/>
                  <a:cs typeface="Noto Sans" panose="020B0502040504020204" pitchFamily="34" charset="0"/>
                </a:rPr>
                <a:t>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41" name="TextBox 40">
              <a:extLst>
                <a:ext uri="{FF2B5EF4-FFF2-40B4-BE49-F238E27FC236}">
                  <a16:creationId xmlns:a16="http://schemas.microsoft.com/office/drawing/2014/main" id="{D9216194-FD95-B2DD-0BB7-BA45ACAB7B8D}"/>
                </a:ext>
              </a:extLst>
            </p:cNvPr>
            <p:cNvSpPr txBox="1"/>
            <p:nvPr/>
          </p:nvSpPr>
          <p:spPr>
            <a:xfrm>
              <a:off x="11376939" y="6539925"/>
              <a:ext cx="4020652" cy="584775"/>
            </a:xfrm>
            <a:prstGeom prst="rect">
              <a:avLst/>
            </a:prstGeom>
            <a:solidFill>
              <a:schemeClr val="bg1"/>
            </a:solid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Andere Blaue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42" name="Arrow: Right 41">
            <a:extLst>
              <a:ext uri="{FF2B5EF4-FFF2-40B4-BE49-F238E27FC236}">
                <a16:creationId xmlns:a16="http://schemas.microsoft.com/office/drawing/2014/main" id="{5FF1B883-923C-9DB0-D06F-1DBEA9010397}"/>
              </a:ext>
            </a:extLst>
          </p:cNvPr>
          <p:cNvSpPr/>
          <p:nvPr/>
        </p:nvSpPr>
        <p:spPr>
          <a:xfrm>
            <a:off x="7391400" y="4703919"/>
            <a:ext cx="2544286" cy="126025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4" name="Graphic 43" descr="Television with solid fill">
            <a:extLst>
              <a:ext uri="{FF2B5EF4-FFF2-40B4-BE49-F238E27FC236}">
                <a16:creationId xmlns:a16="http://schemas.microsoft.com/office/drawing/2014/main" id="{7F5700FC-B89E-0BC9-23FA-16AC58DE56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945274" y="2561955"/>
            <a:ext cx="1260000" cy="1260000"/>
          </a:xfrm>
          <a:prstGeom prst="rect">
            <a:avLst/>
          </a:prstGeom>
        </p:spPr>
      </p:pic>
      <p:pic>
        <p:nvPicPr>
          <p:cNvPr id="46" name="Graphic 45" descr="Newspaper with solid fill">
            <a:extLst>
              <a:ext uri="{FF2B5EF4-FFF2-40B4-BE49-F238E27FC236}">
                <a16:creationId xmlns:a16="http://schemas.microsoft.com/office/drawing/2014/main" id="{C158F6E5-FBB6-6CF9-9259-2E48EDEACDA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219898" y="4703919"/>
            <a:ext cx="1260000" cy="1260000"/>
          </a:xfrm>
          <a:prstGeom prst="rect">
            <a:avLst/>
          </a:prstGeom>
        </p:spPr>
      </p:pic>
      <p:pic>
        <p:nvPicPr>
          <p:cNvPr id="48" name="Graphic 47" descr="Radio with solid fill">
            <a:extLst>
              <a:ext uri="{FF2B5EF4-FFF2-40B4-BE49-F238E27FC236}">
                <a16:creationId xmlns:a16="http://schemas.microsoft.com/office/drawing/2014/main" id="{73FEF4E4-9C8D-48B7-EC58-C2788F1C960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31869" y="7195709"/>
            <a:ext cx="1260000" cy="1260000"/>
          </a:xfrm>
          <a:prstGeom prst="rect">
            <a:avLst/>
          </a:prstGeom>
        </p:spPr>
      </p:pic>
      <p:sp>
        <p:nvSpPr>
          <p:cNvPr id="49" name="Arrow: Striped Right 48">
            <a:extLst>
              <a:ext uri="{FF2B5EF4-FFF2-40B4-BE49-F238E27FC236}">
                <a16:creationId xmlns:a16="http://schemas.microsoft.com/office/drawing/2014/main" id="{4D3F23D9-CC53-C07D-D402-5635B2FD7EFD}"/>
              </a:ext>
            </a:extLst>
          </p:cNvPr>
          <p:cNvSpPr/>
          <p:nvPr/>
        </p:nvSpPr>
        <p:spPr>
          <a:xfrm rot="2211124">
            <a:off x="4226431" y="3881081"/>
            <a:ext cx="756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Arrow: Striped Right 50">
            <a:extLst>
              <a:ext uri="{FF2B5EF4-FFF2-40B4-BE49-F238E27FC236}">
                <a16:creationId xmlns:a16="http://schemas.microsoft.com/office/drawing/2014/main" id="{23875EAA-0B49-EF8C-9CAC-863ED7D8B092}"/>
              </a:ext>
            </a:extLst>
          </p:cNvPr>
          <p:cNvSpPr/>
          <p:nvPr/>
        </p:nvSpPr>
        <p:spPr>
          <a:xfrm>
            <a:off x="2536846" y="5252294"/>
            <a:ext cx="2016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Arrow: Striped Right 52">
            <a:extLst>
              <a:ext uri="{FF2B5EF4-FFF2-40B4-BE49-F238E27FC236}">
                <a16:creationId xmlns:a16="http://schemas.microsoft.com/office/drawing/2014/main" id="{68033822-BACF-A2A1-90B0-319832B3E4BC}"/>
              </a:ext>
            </a:extLst>
          </p:cNvPr>
          <p:cNvSpPr/>
          <p:nvPr/>
        </p:nvSpPr>
        <p:spPr>
          <a:xfrm rot="18888125">
            <a:off x="3998818" y="6936710"/>
            <a:ext cx="1044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91951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10C7-987E-662C-0C50-747142142903}"/>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C1822EE-DACA-7CD0-9164-7AF208ABFF3D}"/>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en-US" sz="8000" dirty="0" err="1">
                <a:latin typeface="Noto Serif"/>
                <a:ea typeface="Noto Serif"/>
                <a:cs typeface="Noto Serif"/>
                <a:sym typeface="Noto Serif"/>
              </a:rPr>
              <a:t>Epistemische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Demokratische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Kompetenz</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595FDD87-43CB-75CC-DBAF-BE6F73CF14B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04ADAB9-DC1B-48B7-9CA5-DB022DE19F17}"/>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F2FCCE5F-897A-EECD-7FCA-033275DAAD2F}"/>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439AE46-601C-5156-91EA-AF8D8C11460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B4A5346E-62FA-C860-2701-0460CD6567DC}"/>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36FCB5C-909C-DFF4-E84F-DE089D47AC49}"/>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7</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435031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EA9F5-48FF-33A9-B140-BF5495052E50}"/>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5C66D37D-8016-2219-8810-602CB2B911A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87DC0377-FC9E-B1C6-5047-474B1F155675}"/>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8B7ABCF7-2394-C9EF-689C-045E975DF8DD}"/>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DB9EC99-6C1B-C3EA-03A6-AA16D99B1E3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F194206A-3A7D-C27C-D959-52A8102A3AA5}"/>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DB6F0CE-22B2-CD8C-0E9E-09E988C0A96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8</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6" name="Group 25">
            <a:extLst>
              <a:ext uri="{FF2B5EF4-FFF2-40B4-BE49-F238E27FC236}">
                <a16:creationId xmlns:a16="http://schemas.microsoft.com/office/drawing/2014/main" id="{2963B54B-2FA4-DCD7-EE45-7B4E020D009A}"/>
              </a:ext>
            </a:extLst>
          </p:cNvPr>
          <p:cNvGrpSpPr/>
          <p:nvPr/>
        </p:nvGrpSpPr>
        <p:grpSpPr>
          <a:xfrm>
            <a:off x="4038601" y="2524090"/>
            <a:ext cx="8686797" cy="2695610"/>
            <a:chOff x="4038601" y="2171700"/>
            <a:chExt cx="8686797" cy="2695610"/>
          </a:xfrm>
        </p:grpSpPr>
        <p:pic>
          <p:nvPicPr>
            <p:cNvPr id="8" name="Graphic 7" descr="Woman with solid fill">
              <a:extLst>
                <a:ext uri="{FF2B5EF4-FFF2-40B4-BE49-F238E27FC236}">
                  <a16:creationId xmlns:a16="http://schemas.microsoft.com/office/drawing/2014/main" id="{895AAB01-8AF9-0FAF-FF8F-D54FF04FE4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1" y="2376518"/>
              <a:ext cx="2285978" cy="2285978"/>
            </a:xfrm>
            <a:prstGeom prst="rect">
              <a:avLst/>
            </a:prstGeom>
          </p:spPr>
        </p:pic>
        <p:grpSp>
          <p:nvGrpSpPr>
            <p:cNvPr id="9" name="Group 8">
              <a:extLst>
                <a:ext uri="{FF2B5EF4-FFF2-40B4-BE49-F238E27FC236}">
                  <a16:creationId xmlns:a16="http://schemas.microsoft.com/office/drawing/2014/main" id="{6A7AEE1C-6730-1CAE-B99D-97C64C44AB90}"/>
                </a:ext>
              </a:extLst>
            </p:cNvPr>
            <p:cNvGrpSpPr/>
            <p:nvPr/>
          </p:nvGrpSpPr>
          <p:grpSpPr>
            <a:xfrm>
              <a:off x="8589417" y="2171700"/>
              <a:ext cx="4135981" cy="2695610"/>
              <a:chOff x="10561502" y="3343545"/>
              <a:chExt cx="5928298" cy="3863746"/>
            </a:xfrm>
          </p:grpSpPr>
          <p:sp>
            <p:nvSpPr>
              <p:cNvPr id="11" name="Rectangle 10">
                <a:extLst>
                  <a:ext uri="{FF2B5EF4-FFF2-40B4-BE49-F238E27FC236}">
                    <a16:creationId xmlns:a16="http://schemas.microsoft.com/office/drawing/2014/main" id="{B4081BA4-1DFB-EA36-705B-42C90B9C3502}"/>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CE7DE70C-8AC7-E6E2-5EE0-A8983CE92FC5}"/>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BD67518-F5AF-E419-8501-A8A6B9FE8697}"/>
                  </a:ext>
                </a:extLst>
              </p:cNvPr>
              <p:cNvSpPr/>
              <p:nvPr/>
            </p:nvSpPr>
            <p:spPr>
              <a:xfrm>
                <a:off x="10752002" y="345182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B084DDA1-3EA3-FE6A-2358-49FEE34ACA36}"/>
                  </a:ext>
                </a:extLst>
              </p:cNvPr>
              <p:cNvSpPr/>
              <p:nvPr/>
            </p:nvSpPr>
            <p:spPr>
              <a:xfrm>
                <a:off x="10752002" y="578716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A76EC5C-54D3-A37C-F85A-1296661C2E51}"/>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descr="Close with solid fill">
                <a:extLst>
                  <a:ext uri="{FF2B5EF4-FFF2-40B4-BE49-F238E27FC236}">
                    <a16:creationId xmlns:a16="http://schemas.microsoft.com/office/drawing/2014/main" id="{C5855421-FCD2-3F2F-B748-7BC611F1B32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61502" y="4039955"/>
                <a:ext cx="914400" cy="914400"/>
              </a:xfrm>
              <a:prstGeom prst="rect">
                <a:avLst/>
              </a:prstGeom>
            </p:spPr>
          </p:pic>
          <p:sp>
            <p:nvSpPr>
              <p:cNvPr id="17" name="TextBox 16">
                <a:extLst>
                  <a:ext uri="{FF2B5EF4-FFF2-40B4-BE49-F238E27FC236}">
                    <a16:creationId xmlns:a16="http://schemas.microsoft.com/office/drawing/2014/main" id="{3AB21988-F975-6107-A63F-133340D9B287}"/>
                  </a:ext>
                </a:extLst>
              </p:cNvPr>
              <p:cNvSpPr txBox="1"/>
              <p:nvPr/>
            </p:nvSpPr>
            <p:spPr>
              <a:xfrm>
                <a:off x="11413810" y="3343545"/>
                <a:ext cx="318731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18" name="TextBox 17">
                <a:extLst>
                  <a:ext uri="{FF2B5EF4-FFF2-40B4-BE49-F238E27FC236}">
                    <a16:creationId xmlns:a16="http://schemas.microsoft.com/office/drawing/2014/main" id="{73ED7C5E-0CF9-79E7-9260-26517E1203DE}"/>
                  </a:ext>
                </a:extLst>
              </p:cNvPr>
              <p:cNvSpPr txBox="1"/>
              <p:nvPr/>
            </p:nvSpPr>
            <p:spPr>
              <a:xfrm>
                <a:off x="11413810" y="4122177"/>
                <a:ext cx="2929976"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Rote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19" name="TextBox 18">
                <a:extLst>
                  <a:ext uri="{FF2B5EF4-FFF2-40B4-BE49-F238E27FC236}">
                    <a16:creationId xmlns:a16="http://schemas.microsoft.com/office/drawing/2014/main" id="{74306717-CEDE-D6A6-246C-4421F4391E77}"/>
                  </a:ext>
                </a:extLst>
              </p:cNvPr>
              <p:cNvSpPr txBox="1"/>
              <p:nvPr/>
            </p:nvSpPr>
            <p:spPr>
              <a:xfrm>
                <a:off x="11413810" y="4963639"/>
                <a:ext cx="333436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Grüne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20" name="TextBox 19">
                <a:extLst>
                  <a:ext uri="{FF2B5EF4-FFF2-40B4-BE49-F238E27FC236}">
                    <a16:creationId xmlns:a16="http://schemas.microsoft.com/office/drawing/2014/main" id="{A1F84378-3BBC-8625-1FA7-4547DC690CF9}"/>
                  </a:ext>
                </a:extLst>
              </p:cNvPr>
              <p:cNvSpPr txBox="1"/>
              <p:nvPr/>
            </p:nvSpPr>
            <p:spPr>
              <a:xfrm>
                <a:off x="11413810" y="5679072"/>
                <a:ext cx="3226375" cy="749956"/>
              </a:xfrm>
              <a:prstGeom prst="rect">
                <a:avLst/>
              </a:prstGeom>
              <a:noFill/>
            </p:spPr>
            <p:txBody>
              <a:bodyPr wrap="none" rtlCol="0">
                <a:spAutoFit/>
              </a:bodyPr>
              <a:lstStyle/>
              <a:p>
                <a:r>
                  <a:rPr lang="en-GB" sz="2800" dirty="0" err="1">
                    <a:latin typeface="Noto Sans" panose="020B0502040504020204" pitchFamily="34" charset="0"/>
                    <a:ea typeface="Noto Sans" panose="020B0502040504020204" pitchFamily="34" charset="0"/>
                    <a:cs typeface="Noto Sans" panose="020B0502040504020204" pitchFamily="34" charset="0"/>
                  </a:rPr>
                  <a:t>Gelbe</a:t>
                </a:r>
                <a:r>
                  <a:rPr lang="en-GB" sz="2800" dirty="0">
                    <a:latin typeface="Noto Sans" panose="020B0502040504020204" pitchFamily="34" charset="0"/>
                    <a:ea typeface="Noto Sans" panose="020B0502040504020204" pitchFamily="34" charset="0"/>
                    <a:cs typeface="Noto Sans" panose="020B0502040504020204" pitchFamily="34" charset="0"/>
                  </a:rPr>
                  <a:t>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21" name="TextBox 20">
                <a:extLst>
                  <a:ext uri="{FF2B5EF4-FFF2-40B4-BE49-F238E27FC236}">
                    <a16:creationId xmlns:a16="http://schemas.microsoft.com/office/drawing/2014/main" id="{85E6C70F-9C1A-FFF5-5D5F-F36C8C0F2FF6}"/>
                  </a:ext>
                </a:extLst>
              </p:cNvPr>
              <p:cNvSpPr txBox="1"/>
              <p:nvPr/>
            </p:nvSpPr>
            <p:spPr>
              <a:xfrm>
                <a:off x="11413810" y="6457335"/>
                <a:ext cx="5075990" cy="749956"/>
              </a:xfrm>
              <a:prstGeom prst="rect">
                <a:avLst/>
              </a:prstGeom>
              <a:solidFill>
                <a:schemeClr val="bg1"/>
              </a:solid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Andere 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22" name="Arrow: Right 21">
              <a:extLst>
                <a:ext uri="{FF2B5EF4-FFF2-40B4-BE49-F238E27FC236}">
                  <a16:creationId xmlns:a16="http://schemas.microsoft.com/office/drawing/2014/main" id="{4F4B5AEE-6BE6-B74D-54A3-A14B58C04893}"/>
                </a:ext>
              </a:extLst>
            </p:cNvPr>
            <p:cNvSpPr/>
            <p:nvPr/>
          </p:nvSpPr>
          <p:spPr>
            <a:xfrm>
              <a:off x="6377741" y="3120790"/>
              <a:ext cx="1775066" cy="879238"/>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7" name="Group 26">
            <a:extLst>
              <a:ext uri="{FF2B5EF4-FFF2-40B4-BE49-F238E27FC236}">
                <a16:creationId xmlns:a16="http://schemas.microsoft.com/office/drawing/2014/main" id="{7C155433-232C-048C-E660-9A49EA112CF2}"/>
              </a:ext>
            </a:extLst>
          </p:cNvPr>
          <p:cNvGrpSpPr/>
          <p:nvPr/>
        </p:nvGrpSpPr>
        <p:grpSpPr>
          <a:xfrm>
            <a:off x="4027715" y="6509239"/>
            <a:ext cx="8686797" cy="2749061"/>
            <a:chOff x="4038601" y="2171700"/>
            <a:chExt cx="8686797" cy="2749061"/>
          </a:xfrm>
        </p:grpSpPr>
        <p:pic>
          <p:nvPicPr>
            <p:cNvPr id="28" name="Graphic 27" descr="Woman with solid fill">
              <a:extLst>
                <a:ext uri="{FF2B5EF4-FFF2-40B4-BE49-F238E27FC236}">
                  <a16:creationId xmlns:a16="http://schemas.microsoft.com/office/drawing/2014/main" id="{23B1375E-459F-F73B-AAD4-559056246A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1" y="2376518"/>
              <a:ext cx="2285978" cy="2285978"/>
            </a:xfrm>
            <a:prstGeom prst="rect">
              <a:avLst/>
            </a:prstGeom>
          </p:spPr>
        </p:pic>
        <p:grpSp>
          <p:nvGrpSpPr>
            <p:cNvPr id="29" name="Group 28">
              <a:extLst>
                <a:ext uri="{FF2B5EF4-FFF2-40B4-BE49-F238E27FC236}">
                  <a16:creationId xmlns:a16="http://schemas.microsoft.com/office/drawing/2014/main" id="{6CFB83D1-F2AB-878E-9CD0-97EE375F1DF0}"/>
                </a:ext>
              </a:extLst>
            </p:cNvPr>
            <p:cNvGrpSpPr/>
            <p:nvPr/>
          </p:nvGrpSpPr>
          <p:grpSpPr>
            <a:xfrm>
              <a:off x="8589417" y="2171700"/>
              <a:ext cx="4135981" cy="2749061"/>
              <a:chOff x="10561502" y="3343545"/>
              <a:chExt cx="5928298" cy="3940360"/>
            </a:xfrm>
          </p:grpSpPr>
          <p:sp>
            <p:nvSpPr>
              <p:cNvPr id="31" name="Rectangle 30">
                <a:extLst>
                  <a:ext uri="{FF2B5EF4-FFF2-40B4-BE49-F238E27FC236}">
                    <a16:creationId xmlns:a16="http://schemas.microsoft.com/office/drawing/2014/main" id="{9C76B9FB-3573-E9DF-A532-69C0A0FB24EE}"/>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6EC64696-7D64-88C9-477E-38DC87A29F34}"/>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86F29E46-6D1E-A250-A4AD-FE73DFC202AE}"/>
                  </a:ext>
                </a:extLst>
              </p:cNvPr>
              <p:cNvSpPr/>
              <p:nvPr/>
            </p:nvSpPr>
            <p:spPr>
              <a:xfrm>
                <a:off x="10752002" y="345182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5E55DF5D-CDB2-E7CC-6824-2E462A46D2AF}"/>
                  </a:ext>
                </a:extLst>
              </p:cNvPr>
              <p:cNvSpPr/>
              <p:nvPr/>
            </p:nvSpPr>
            <p:spPr>
              <a:xfrm>
                <a:off x="10752002" y="578716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11795255-E205-B8F8-02E2-F9A3787AE453}"/>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6" name="Graphic 35" descr="Close with solid fill">
                <a:extLst>
                  <a:ext uri="{FF2B5EF4-FFF2-40B4-BE49-F238E27FC236}">
                    <a16:creationId xmlns:a16="http://schemas.microsoft.com/office/drawing/2014/main" id="{08D438F1-730D-5BD2-21D0-D9F3737800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61502" y="6369505"/>
                <a:ext cx="914400" cy="914400"/>
              </a:xfrm>
              <a:prstGeom prst="rect">
                <a:avLst/>
              </a:prstGeom>
            </p:spPr>
          </p:pic>
          <p:sp>
            <p:nvSpPr>
              <p:cNvPr id="37" name="TextBox 36">
                <a:extLst>
                  <a:ext uri="{FF2B5EF4-FFF2-40B4-BE49-F238E27FC236}">
                    <a16:creationId xmlns:a16="http://schemas.microsoft.com/office/drawing/2014/main" id="{26783B70-1B03-D990-9A05-4C86F36848D1}"/>
                  </a:ext>
                </a:extLst>
              </p:cNvPr>
              <p:cNvSpPr txBox="1"/>
              <p:nvPr/>
            </p:nvSpPr>
            <p:spPr>
              <a:xfrm>
                <a:off x="11413810" y="3343545"/>
                <a:ext cx="318731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38" name="TextBox 37">
                <a:extLst>
                  <a:ext uri="{FF2B5EF4-FFF2-40B4-BE49-F238E27FC236}">
                    <a16:creationId xmlns:a16="http://schemas.microsoft.com/office/drawing/2014/main" id="{AD58BACC-2FF1-D317-09F4-A12908702CFA}"/>
                  </a:ext>
                </a:extLst>
              </p:cNvPr>
              <p:cNvSpPr txBox="1"/>
              <p:nvPr/>
            </p:nvSpPr>
            <p:spPr>
              <a:xfrm>
                <a:off x="11413810" y="4122177"/>
                <a:ext cx="2929976"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Rote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39" name="TextBox 38">
                <a:extLst>
                  <a:ext uri="{FF2B5EF4-FFF2-40B4-BE49-F238E27FC236}">
                    <a16:creationId xmlns:a16="http://schemas.microsoft.com/office/drawing/2014/main" id="{80F3F42E-052D-97BA-F8D8-27002BD0381D}"/>
                  </a:ext>
                </a:extLst>
              </p:cNvPr>
              <p:cNvSpPr txBox="1"/>
              <p:nvPr/>
            </p:nvSpPr>
            <p:spPr>
              <a:xfrm>
                <a:off x="11413810" y="4963639"/>
                <a:ext cx="333436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Grüne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40" name="TextBox 39">
                <a:extLst>
                  <a:ext uri="{FF2B5EF4-FFF2-40B4-BE49-F238E27FC236}">
                    <a16:creationId xmlns:a16="http://schemas.microsoft.com/office/drawing/2014/main" id="{FDE5C6B2-4D33-210F-8F07-4A1675532FAB}"/>
                  </a:ext>
                </a:extLst>
              </p:cNvPr>
              <p:cNvSpPr txBox="1"/>
              <p:nvPr/>
            </p:nvSpPr>
            <p:spPr>
              <a:xfrm>
                <a:off x="11413810" y="5679072"/>
                <a:ext cx="3226375" cy="749956"/>
              </a:xfrm>
              <a:prstGeom prst="rect">
                <a:avLst/>
              </a:prstGeom>
              <a:noFill/>
            </p:spPr>
            <p:txBody>
              <a:bodyPr wrap="none" rtlCol="0">
                <a:spAutoFit/>
              </a:bodyPr>
              <a:lstStyle/>
              <a:p>
                <a:r>
                  <a:rPr lang="en-GB" sz="2800" dirty="0" err="1">
                    <a:latin typeface="Noto Sans" panose="020B0502040504020204" pitchFamily="34" charset="0"/>
                    <a:ea typeface="Noto Sans" panose="020B0502040504020204" pitchFamily="34" charset="0"/>
                    <a:cs typeface="Noto Sans" panose="020B0502040504020204" pitchFamily="34" charset="0"/>
                  </a:rPr>
                  <a:t>Gelbe</a:t>
                </a:r>
                <a:r>
                  <a:rPr lang="en-GB" sz="2800" dirty="0">
                    <a:latin typeface="Noto Sans" panose="020B0502040504020204" pitchFamily="34" charset="0"/>
                    <a:ea typeface="Noto Sans" panose="020B0502040504020204" pitchFamily="34" charset="0"/>
                    <a:cs typeface="Noto Sans" panose="020B0502040504020204" pitchFamily="34" charset="0"/>
                  </a:rPr>
                  <a:t>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41" name="TextBox 40">
                <a:extLst>
                  <a:ext uri="{FF2B5EF4-FFF2-40B4-BE49-F238E27FC236}">
                    <a16:creationId xmlns:a16="http://schemas.microsoft.com/office/drawing/2014/main" id="{8F57C66E-27CB-000F-05A6-157E224B3B03}"/>
                  </a:ext>
                </a:extLst>
              </p:cNvPr>
              <p:cNvSpPr txBox="1"/>
              <p:nvPr/>
            </p:nvSpPr>
            <p:spPr>
              <a:xfrm>
                <a:off x="11413810" y="6457335"/>
                <a:ext cx="5075990" cy="749956"/>
              </a:xfrm>
              <a:prstGeom prst="rect">
                <a:avLst/>
              </a:prstGeom>
              <a:solidFill>
                <a:schemeClr val="bg1"/>
              </a:solid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Andere 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30" name="Arrow: Right 29">
              <a:extLst>
                <a:ext uri="{FF2B5EF4-FFF2-40B4-BE49-F238E27FC236}">
                  <a16:creationId xmlns:a16="http://schemas.microsoft.com/office/drawing/2014/main" id="{F6A37DC3-9321-5843-526E-04C817B8F206}"/>
                </a:ext>
              </a:extLst>
            </p:cNvPr>
            <p:cNvSpPr/>
            <p:nvPr/>
          </p:nvSpPr>
          <p:spPr>
            <a:xfrm>
              <a:off x="6377741" y="3120790"/>
              <a:ext cx="1775066" cy="879238"/>
            </a:xfrm>
            <a:prstGeom prst="rightArrow">
              <a:avLst/>
            </a:prstGeom>
            <a:solidFill>
              <a:schemeClr val="accent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pic>
        <p:nvPicPr>
          <p:cNvPr id="43" name="Graphic 42" descr="Thought bubble outline">
            <a:extLst>
              <a:ext uri="{FF2B5EF4-FFF2-40B4-BE49-F238E27FC236}">
                <a16:creationId xmlns:a16="http://schemas.microsoft.com/office/drawing/2014/main" id="{4318387A-A998-47ED-CEED-3564B97FCA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2989759" y="1153410"/>
            <a:ext cx="1918512" cy="1918512"/>
          </a:xfrm>
          <a:prstGeom prst="rect">
            <a:avLst/>
          </a:prstGeom>
        </p:spPr>
      </p:pic>
      <p:pic>
        <p:nvPicPr>
          <p:cNvPr id="45" name="Graphic 44" descr="Thought bubble outline">
            <a:extLst>
              <a:ext uri="{FF2B5EF4-FFF2-40B4-BE49-F238E27FC236}">
                <a16:creationId xmlns:a16="http://schemas.microsoft.com/office/drawing/2014/main" id="{428909C3-1D64-AF43-1A9A-F838F19F07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2995988" y="5209367"/>
            <a:ext cx="1918512" cy="1918512"/>
          </a:xfrm>
          <a:prstGeom prst="rect">
            <a:avLst/>
          </a:prstGeom>
        </p:spPr>
      </p:pic>
      <p:pic>
        <p:nvPicPr>
          <p:cNvPr id="47" name="Graphic 46" descr="Lights On with solid fill">
            <a:extLst>
              <a:ext uri="{FF2B5EF4-FFF2-40B4-BE49-F238E27FC236}">
                <a16:creationId xmlns:a16="http://schemas.microsoft.com/office/drawing/2014/main" id="{5B3943EF-71CD-FB22-9525-BEE8B1EBE2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89015" y="1551668"/>
            <a:ext cx="720000" cy="720000"/>
          </a:xfrm>
          <a:prstGeom prst="rect">
            <a:avLst/>
          </a:prstGeom>
        </p:spPr>
      </p:pic>
      <p:pic>
        <p:nvPicPr>
          <p:cNvPr id="49" name="Graphic 48" descr="Question Mark with solid fill">
            <a:extLst>
              <a:ext uri="{FF2B5EF4-FFF2-40B4-BE49-F238E27FC236}">
                <a16:creationId xmlns:a16="http://schemas.microsoft.com/office/drawing/2014/main" id="{2A95826F-BC07-0A0E-89B2-39074316615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89015" y="5590964"/>
            <a:ext cx="720000" cy="720000"/>
          </a:xfrm>
          <a:prstGeom prst="rect">
            <a:avLst/>
          </a:prstGeom>
        </p:spPr>
      </p:pic>
      <p:pic>
        <p:nvPicPr>
          <p:cNvPr id="51" name="Graphic 50" descr="No sign with solid fill">
            <a:extLst>
              <a:ext uri="{FF2B5EF4-FFF2-40B4-BE49-F238E27FC236}">
                <a16:creationId xmlns:a16="http://schemas.microsoft.com/office/drawing/2014/main" id="{3D1F462C-EF80-0E12-2AD5-BAC0AD8F7A3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64562" y="7041069"/>
            <a:ext cx="1631949" cy="1631949"/>
          </a:xfrm>
          <a:prstGeom prst="rect">
            <a:avLst/>
          </a:prstGeom>
        </p:spPr>
      </p:pic>
    </p:spTree>
    <p:extLst>
      <p:ext uri="{BB962C8B-B14F-4D97-AF65-F5344CB8AC3E}">
        <p14:creationId xmlns:p14="http://schemas.microsoft.com/office/powerpoint/2010/main" val="37949566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7D30-CEA7-22B3-CBC0-A4ABF5845D2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BE50B691-F9C5-883C-B644-9ABCF2F84082}"/>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Die neue Infrastruktur der Demokratie</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26576312-1F4E-7210-2C95-E8ED39EA74E2}"/>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7F31F0FC-0482-8964-A9D7-55EC29E7E2DA}"/>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DE029806-E8BE-01D8-E15D-62FF2B5E7A6C}"/>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81A0588F-D74B-288B-8DC7-E380CD81C69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8FE9E3D7-DDA2-7099-1FA6-A2FBC8EB9D14}"/>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A89B4FA6-3157-8430-8648-2AE77E6D691E}"/>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9</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30653939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20053-EAF4-A361-44B3-48A822BF110B}"/>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156D2357-B615-6EB6-60D5-AC3E2FF8F33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CB59AF9-CE01-5935-A46C-2174BDE06558}"/>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430D5B47-C495-F84E-8A95-34685D20632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FFD5DDD-8A3C-840D-3034-5B6650A96D9C}"/>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25B3DCA-C420-5971-AD7A-F4A0DA63511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B835BBDE-6464-A8E1-9C77-7F537535939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10</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52" name="Group 51">
            <a:extLst>
              <a:ext uri="{FF2B5EF4-FFF2-40B4-BE49-F238E27FC236}">
                <a16:creationId xmlns:a16="http://schemas.microsoft.com/office/drawing/2014/main" id="{9E3C944E-E380-890F-D03E-10B2BB0DA813}"/>
              </a:ext>
            </a:extLst>
          </p:cNvPr>
          <p:cNvGrpSpPr/>
          <p:nvPr/>
        </p:nvGrpSpPr>
        <p:grpSpPr>
          <a:xfrm>
            <a:off x="4260233" y="1517012"/>
            <a:ext cx="8541367" cy="7741288"/>
            <a:chOff x="4260233" y="1517012"/>
            <a:chExt cx="8541367" cy="7741288"/>
          </a:xfrm>
        </p:grpSpPr>
        <p:sp>
          <p:nvSpPr>
            <p:cNvPr id="12" name="Arrow: Bent 11">
              <a:extLst>
                <a:ext uri="{FF2B5EF4-FFF2-40B4-BE49-F238E27FC236}">
                  <a16:creationId xmlns:a16="http://schemas.microsoft.com/office/drawing/2014/main" id="{0F5FAF7D-1387-92B7-0995-6F40A53C9CB7}"/>
                </a:ext>
              </a:extLst>
            </p:cNvPr>
            <p:cNvSpPr/>
            <p:nvPr/>
          </p:nvSpPr>
          <p:spPr>
            <a:xfrm rot="5400000">
              <a:off x="9859136" y="2129505"/>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Arrow: Bent 13">
              <a:extLst>
                <a:ext uri="{FF2B5EF4-FFF2-40B4-BE49-F238E27FC236}">
                  <a16:creationId xmlns:a16="http://schemas.microsoft.com/office/drawing/2014/main" id="{78D069E7-B425-4628-7D90-C97354CB89E7}"/>
                </a:ext>
              </a:extLst>
            </p:cNvPr>
            <p:cNvSpPr/>
            <p:nvPr/>
          </p:nvSpPr>
          <p:spPr>
            <a:xfrm rot="10800000">
              <a:off x="9753601" y="6604999"/>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48" name="Group 47">
              <a:extLst>
                <a:ext uri="{FF2B5EF4-FFF2-40B4-BE49-F238E27FC236}">
                  <a16:creationId xmlns:a16="http://schemas.microsoft.com/office/drawing/2014/main" id="{386EA6BE-4AA9-7236-B80F-B21DA58B4E2F}"/>
                </a:ext>
              </a:extLst>
            </p:cNvPr>
            <p:cNvGrpSpPr/>
            <p:nvPr/>
          </p:nvGrpSpPr>
          <p:grpSpPr>
            <a:xfrm>
              <a:off x="4698084" y="2039467"/>
              <a:ext cx="2196101" cy="6602246"/>
              <a:chOff x="4280899" y="1963406"/>
              <a:chExt cx="2196101" cy="6602246"/>
            </a:xfrm>
          </p:grpSpPr>
          <p:sp>
            <p:nvSpPr>
              <p:cNvPr id="9" name="Arrow: Bent 8">
                <a:extLst>
                  <a:ext uri="{FF2B5EF4-FFF2-40B4-BE49-F238E27FC236}">
                    <a16:creationId xmlns:a16="http://schemas.microsoft.com/office/drawing/2014/main" id="{E021F1F1-DBCC-BC9C-A761-75049B257477}"/>
                  </a:ext>
                </a:extLst>
              </p:cNvPr>
              <p:cNvSpPr/>
              <p:nvPr/>
            </p:nvSpPr>
            <p:spPr>
              <a:xfrm>
                <a:off x="4350250" y="1963406"/>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Arrow: Bent 15">
                <a:extLst>
                  <a:ext uri="{FF2B5EF4-FFF2-40B4-BE49-F238E27FC236}">
                    <a16:creationId xmlns:a16="http://schemas.microsoft.com/office/drawing/2014/main" id="{96E6E1DE-5159-C875-8072-289D626C3417}"/>
                  </a:ext>
                </a:extLst>
              </p:cNvPr>
              <p:cNvSpPr/>
              <p:nvPr/>
            </p:nvSpPr>
            <p:spPr>
              <a:xfrm rot="16200000">
                <a:off x="4350250" y="6438901"/>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grpSp>
          <p:nvGrpSpPr>
            <p:cNvPr id="40" name="Group 39">
              <a:extLst>
                <a:ext uri="{FF2B5EF4-FFF2-40B4-BE49-F238E27FC236}">
                  <a16:creationId xmlns:a16="http://schemas.microsoft.com/office/drawing/2014/main" id="{596A6B7F-10DC-2F0A-8F40-309FD567BD62}"/>
                </a:ext>
              </a:extLst>
            </p:cNvPr>
            <p:cNvGrpSpPr/>
            <p:nvPr/>
          </p:nvGrpSpPr>
          <p:grpSpPr>
            <a:xfrm>
              <a:off x="10094585" y="4152900"/>
              <a:ext cx="2707015" cy="2191199"/>
              <a:chOff x="12636000" y="2448371"/>
              <a:chExt cx="2707015" cy="2191199"/>
            </a:xfrm>
          </p:grpSpPr>
          <p:pic>
            <p:nvPicPr>
              <p:cNvPr id="20" name="Graphic 19" descr="Group of people with solid fill">
                <a:extLst>
                  <a:ext uri="{FF2B5EF4-FFF2-40B4-BE49-F238E27FC236}">
                    <a16:creationId xmlns:a16="http://schemas.microsoft.com/office/drawing/2014/main" id="{67EF6175-A3AB-2B39-E243-0191D06015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19459" y="3559570"/>
                <a:ext cx="1080000" cy="1080000"/>
              </a:xfrm>
              <a:prstGeom prst="rect">
                <a:avLst/>
              </a:prstGeom>
            </p:spPr>
          </p:pic>
          <p:grpSp>
            <p:nvGrpSpPr>
              <p:cNvPr id="27" name="Group 26">
                <a:extLst>
                  <a:ext uri="{FF2B5EF4-FFF2-40B4-BE49-F238E27FC236}">
                    <a16:creationId xmlns:a16="http://schemas.microsoft.com/office/drawing/2014/main" id="{5BBE259C-F383-8F67-1F9F-B5FF65DCBF13}"/>
                  </a:ext>
                </a:extLst>
              </p:cNvPr>
              <p:cNvGrpSpPr/>
              <p:nvPr/>
            </p:nvGrpSpPr>
            <p:grpSpPr>
              <a:xfrm>
                <a:off x="12636000" y="3246967"/>
                <a:ext cx="1080000" cy="1080000"/>
                <a:chOff x="12636000" y="3246967"/>
                <a:chExt cx="1080000" cy="1080000"/>
              </a:xfrm>
            </p:grpSpPr>
            <p:pic>
              <p:nvPicPr>
                <p:cNvPr id="24" name="Graphic 23" descr="Speech outline">
                  <a:extLst>
                    <a:ext uri="{FF2B5EF4-FFF2-40B4-BE49-F238E27FC236}">
                      <a16:creationId xmlns:a16="http://schemas.microsoft.com/office/drawing/2014/main" id="{58B379EF-1EFC-8768-FEB0-F3BB5FDC34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636000" y="3246967"/>
                  <a:ext cx="1080000" cy="1080000"/>
                </a:xfrm>
                <a:prstGeom prst="rect">
                  <a:avLst/>
                </a:prstGeom>
              </p:spPr>
            </p:pic>
            <p:pic>
              <p:nvPicPr>
                <p:cNvPr id="26" name="Graphic 25" descr="Lights On with solid fill">
                  <a:extLst>
                    <a:ext uri="{FF2B5EF4-FFF2-40B4-BE49-F238E27FC236}">
                      <a16:creationId xmlns:a16="http://schemas.microsoft.com/office/drawing/2014/main" id="{7730411F-2CEB-CEB3-4449-FBBD3B5E06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996000" y="3540744"/>
                  <a:ext cx="383556" cy="383556"/>
                </a:xfrm>
                <a:prstGeom prst="rect">
                  <a:avLst/>
                </a:prstGeom>
              </p:spPr>
            </p:pic>
          </p:grpSp>
          <p:grpSp>
            <p:nvGrpSpPr>
              <p:cNvPr id="33" name="Group 32">
                <a:extLst>
                  <a:ext uri="{FF2B5EF4-FFF2-40B4-BE49-F238E27FC236}">
                    <a16:creationId xmlns:a16="http://schemas.microsoft.com/office/drawing/2014/main" id="{05EC4A01-8CC2-C5BC-A138-ABD1CB558972}"/>
                  </a:ext>
                </a:extLst>
              </p:cNvPr>
              <p:cNvGrpSpPr/>
              <p:nvPr/>
            </p:nvGrpSpPr>
            <p:grpSpPr>
              <a:xfrm>
                <a:off x="13187778" y="2448371"/>
                <a:ext cx="1080000" cy="1080000"/>
                <a:chOff x="12979459" y="2219387"/>
                <a:chExt cx="1080000" cy="1080000"/>
              </a:xfrm>
            </p:grpSpPr>
            <p:pic>
              <p:nvPicPr>
                <p:cNvPr id="29" name="Graphic 28" descr="Speech outline">
                  <a:extLst>
                    <a:ext uri="{FF2B5EF4-FFF2-40B4-BE49-F238E27FC236}">
                      <a16:creationId xmlns:a16="http://schemas.microsoft.com/office/drawing/2014/main" id="{BD41845D-10B9-14E9-B715-20F57E01BCC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79459" y="2219387"/>
                  <a:ext cx="1080000" cy="1080000"/>
                </a:xfrm>
                <a:prstGeom prst="rect">
                  <a:avLst/>
                </a:prstGeom>
              </p:spPr>
            </p:pic>
            <p:pic>
              <p:nvPicPr>
                <p:cNvPr id="32" name="Graphic 31" descr="Question Mark with solid fill">
                  <a:extLst>
                    <a:ext uri="{FF2B5EF4-FFF2-40B4-BE49-F238E27FC236}">
                      <a16:creationId xmlns:a16="http://schemas.microsoft.com/office/drawing/2014/main" id="{269E8615-FBE2-8060-ADEC-36DAB00B30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356481" y="2512800"/>
                  <a:ext cx="364671" cy="364671"/>
                </a:xfrm>
                <a:prstGeom prst="rect">
                  <a:avLst/>
                </a:prstGeom>
              </p:spPr>
            </p:pic>
          </p:grpSp>
          <p:grpSp>
            <p:nvGrpSpPr>
              <p:cNvPr id="39" name="Group 38">
                <a:extLst>
                  <a:ext uri="{FF2B5EF4-FFF2-40B4-BE49-F238E27FC236}">
                    <a16:creationId xmlns:a16="http://schemas.microsoft.com/office/drawing/2014/main" id="{027E7AE2-CD5A-D86B-2379-493F96FE10A5}"/>
                  </a:ext>
                </a:extLst>
              </p:cNvPr>
              <p:cNvGrpSpPr/>
              <p:nvPr/>
            </p:nvGrpSpPr>
            <p:grpSpPr>
              <a:xfrm>
                <a:off x="14263015" y="2939171"/>
                <a:ext cx="1080000" cy="1080000"/>
                <a:chOff x="15039688" y="2897558"/>
                <a:chExt cx="1080000" cy="1080000"/>
              </a:xfrm>
            </p:grpSpPr>
            <p:pic>
              <p:nvPicPr>
                <p:cNvPr id="35" name="Graphic 34" descr="Speech outline">
                  <a:extLst>
                    <a:ext uri="{FF2B5EF4-FFF2-40B4-BE49-F238E27FC236}">
                      <a16:creationId xmlns:a16="http://schemas.microsoft.com/office/drawing/2014/main" id="{1DF16590-FBDA-FC8F-A524-581669006D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15039688" y="2897558"/>
                  <a:ext cx="1080000" cy="1080000"/>
                </a:xfrm>
                <a:prstGeom prst="rect">
                  <a:avLst/>
                </a:prstGeom>
              </p:spPr>
            </p:pic>
            <p:pic>
              <p:nvPicPr>
                <p:cNvPr id="38" name="Graphic 37" descr="Exclamation mark with solid fill">
                  <a:extLst>
                    <a:ext uri="{FF2B5EF4-FFF2-40B4-BE49-F238E27FC236}">
                      <a16:creationId xmlns:a16="http://schemas.microsoft.com/office/drawing/2014/main" id="{19A4EC1E-8D89-BC27-B341-B900B924929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400800" y="3169852"/>
                  <a:ext cx="396000" cy="396000"/>
                </a:xfrm>
                <a:prstGeom prst="rect">
                  <a:avLst/>
                </a:prstGeom>
              </p:spPr>
            </p:pic>
          </p:grpSp>
        </p:grpSp>
        <p:grpSp>
          <p:nvGrpSpPr>
            <p:cNvPr id="49" name="Group 48">
              <a:extLst>
                <a:ext uri="{FF2B5EF4-FFF2-40B4-BE49-F238E27FC236}">
                  <a16:creationId xmlns:a16="http://schemas.microsoft.com/office/drawing/2014/main" id="{5313D7F9-2047-3DAE-9675-14A41627DE86}"/>
                </a:ext>
              </a:extLst>
            </p:cNvPr>
            <p:cNvGrpSpPr/>
            <p:nvPr/>
          </p:nvGrpSpPr>
          <p:grpSpPr>
            <a:xfrm>
              <a:off x="7387985" y="1517012"/>
              <a:ext cx="1908000" cy="7741288"/>
              <a:chOff x="7086600" y="1440951"/>
              <a:chExt cx="1908000" cy="7741288"/>
            </a:xfrm>
            <a:solidFill>
              <a:srgbClr val="000000"/>
            </a:solidFill>
          </p:grpSpPr>
          <p:pic>
            <p:nvPicPr>
              <p:cNvPr id="42" name="Graphic 41" descr="Vlog with solid fill">
                <a:extLst>
                  <a:ext uri="{FF2B5EF4-FFF2-40B4-BE49-F238E27FC236}">
                    <a16:creationId xmlns:a16="http://schemas.microsoft.com/office/drawing/2014/main" id="{C40344C4-8F05-076D-E178-3DA722C043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086600" y="1440951"/>
                <a:ext cx="1908000" cy="1908000"/>
              </a:xfrm>
              <a:prstGeom prst="rect">
                <a:avLst/>
              </a:prstGeom>
            </p:spPr>
          </p:pic>
          <p:pic>
            <p:nvPicPr>
              <p:cNvPr id="44" name="Graphic 43" descr="Newspaper with solid fill">
                <a:extLst>
                  <a:ext uri="{FF2B5EF4-FFF2-40B4-BE49-F238E27FC236}">
                    <a16:creationId xmlns:a16="http://schemas.microsoft.com/office/drawing/2014/main" id="{1A75F3E8-5EBE-252D-12FB-67A9619A181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086600" y="7274239"/>
                <a:ext cx="1908000" cy="1908000"/>
              </a:xfrm>
              <a:prstGeom prst="rect">
                <a:avLst/>
              </a:prstGeom>
            </p:spPr>
          </p:pic>
        </p:grpSp>
        <p:pic>
          <p:nvPicPr>
            <p:cNvPr id="46" name="Graphic 45" descr="Lecturer with solid fill">
              <a:extLst>
                <a:ext uri="{FF2B5EF4-FFF2-40B4-BE49-F238E27FC236}">
                  <a16:creationId xmlns:a16="http://schemas.microsoft.com/office/drawing/2014/main" id="{BF56A85C-080F-3F82-E498-59DA6569772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260233" y="4568477"/>
              <a:ext cx="1794084" cy="1794084"/>
            </a:xfrm>
            <a:prstGeom prst="rect">
              <a:avLst/>
            </a:prstGeom>
          </p:spPr>
        </p:pic>
      </p:grpSp>
      <p:pic>
        <p:nvPicPr>
          <p:cNvPr id="54" name="Graphic 53">
            <a:extLst>
              <a:ext uri="{FF2B5EF4-FFF2-40B4-BE49-F238E27FC236}">
                <a16:creationId xmlns:a16="http://schemas.microsoft.com/office/drawing/2014/main" id="{F4F71BE9-F082-D241-1B41-C6D947319B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909604" y="3535445"/>
            <a:ext cx="2219325" cy="1019175"/>
          </a:xfrm>
          <a:prstGeom prst="rect">
            <a:avLst/>
          </a:prstGeom>
        </p:spPr>
      </p:pic>
      <p:pic>
        <p:nvPicPr>
          <p:cNvPr id="56" name="Graphic 55">
            <a:extLst>
              <a:ext uri="{FF2B5EF4-FFF2-40B4-BE49-F238E27FC236}">
                <a16:creationId xmlns:a16="http://schemas.microsoft.com/office/drawing/2014/main" id="{C177B3CA-CFB8-643E-E843-386604CC93E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71751" y="4472325"/>
            <a:ext cx="1698618" cy="1019171"/>
          </a:xfrm>
          <a:prstGeom prst="rect">
            <a:avLst/>
          </a:prstGeom>
        </p:spPr>
      </p:pic>
      <p:pic>
        <p:nvPicPr>
          <p:cNvPr id="60" name="Graphic 59">
            <a:extLst>
              <a:ext uri="{FF2B5EF4-FFF2-40B4-BE49-F238E27FC236}">
                <a16:creationId xmlns:a16="http://schemas.microsoft.com/office/drawing/2014/main" id="{DCD16931-EC5B-277A-440C-686B9CCFF46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18066" y="5072062"/>
            <a:ext cx="10204991" cy="1342762"/>
          </a:xfrm>
          <a:prstGeom prst="rect">
            <a:avLst/>
          </a:prstGeom>
        </p:spPr>
      </p:pic>
      <p:pic>
        <p:nvPicPr>
          <p:cNvPr id="62" name="Graphic 61">
            <a:extLst>
              <a:ext uri="{FF2B5EF4-FFF2-40B4-BE49-F238E27FC236}">
                <a16:creationId xmlns:a16="http://schemas.microsoft.com/office/drawing/2014/main" id="{7F1B1F4D-8864-B2EE-BF86-3C24076BB05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023245" y="6654450"/>
            <a:ext cx="3944588" cy="519024"/>
          </a:xfrm>
          <a:prstGeom prst="rect">
            <a:avLst/>
          </a:prstGeom>
        </p:spPr>
      </p:pic>
      <p:pic>
        <p:nvPicPr>
          <p:cNvPr id="64" name="Graphic 63">
            <a:extLst>
              <a:ext uri="{FF2B5EF4-FFF2-40B4-BE49-F238E27FC236}">
                <a16:creationId xmlns:a16="http://schemas.microsoft.com/office/drawing/2014/main" id="{76A5FA41-62A6-7B08-0CEA-122795E8572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481548" y="5838250"/>
            <a:ext cx="3218545" cy="576574"/>
          </a:xfrm>
          <a:prstGeom prst="rect">
            <a:avLst/>
          </a:prstGeom>
        </p:spPr>
      </p:pic>
    </p:spTree>
    <p:extLst>
      <p:ext uri="{BB962C8B-B14F-4D97-AF65-F5344CB8AC3E}">
        <p14:creationId xmlns:p14="http://schemas.microsoft.com/office/powerpoint/2010/main" val="1550869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6F314-CC68-7EE9-B1D6-F21565A2F949}"/>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11D03E3A-2AE8-BC73-B7B4-BFAF14804E78}"/>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084BE27B-0D45-E4A6-84F9-4E2A4700FFC1}"/>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AFE75D5B-DF6B-5357-391C-9F45978E9531}"/>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E4A608EB-B234-6BB9-BFCE-CC8517788AB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CFE94882-3F6C-EA7D-FF1F-29165717B1C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A9A6BD6-5D81-B37D-2BDC-C896ECE8AC1E}"/>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11</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12" name="Arrow: Bent 11">
            <a:extLst>
              <a:ext uri="{FF2B5EF4-FFF2-40B4-BE49-F238E27FC236}">
                <a16:creationId xmlns:a16="http://schemas.microsoft.com/office/drawing/2014/main" id="{C7CB31E4-D26C-6776-FF87-65112D4A07F0}"/>
              </a:ext>
            </a:extLst>
          </p:cNvPr>
          <p:cNvSpPr/>
          <p:nvPr/>
        </p:nvSpPr>
        <p:spPr>
          <a:xfrm rot="5400000">
            <a:off x="9859136" y="2129504"/>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Arrow: Bent 13">
            <a:extLst>
              <a:ext uri="{FF2B5EF4-FFF2-40B4-BE49-F238E27FC236}">
                <a16:creationId xmlns:a16="http://schemas.microsoft.com/office/drawing/2014/main" id="{21F52F91-AA20-78F3-F195-A75241D01A9C}"/>
              </a:ext>
            </a:extLst>
          </p:cNvPr>
          <p:cNvSpPr/>
          <p:nvPr/>
        </p:nvSpPr>
        <p:spPr>
          <a:xfrm rot="10800000">
            <a:off x="9753601" y="6604998"/>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48" name="Group 47">
            <a:extLst>
              <a:ext uri="{FF2B5EF4-FFF2-40B4-BE49-F238E27FC236}">
                <a16:creationId xmlns:a16="http://schemas.microsoft.com/office/drawing/2014/main" id="{B41432AE-00F6-826D-52CA-5F68030D911E}"/>
              </a:ext>
            </a:extLst>
          </p:cNvPr>
          <p:cNvGrpSpPr/>
          <p:nvPr/>
        </p:nvGrpSpPr>
        <p:grpSpPr>
          <a:xfrm>
            <a:off x="4698084" y="2039467"/>
            <a:ext cx="2196101" cy="6602246"/>
            <a:chOff x="4280899" y="1963406"/>
            <a:chExt cx="2196101" cy="6602246"/>
          </a:xfrm>
        </p:grpSpPr>
        <p:sp>
          <p:nvSpPr>
            <p:cNvPr id="9" name="Arrow: Bent 8">
              <a:extLst>
                <a:ext uri="{FF2B5EF4-FFF2-40B4-BE49-F238E27FC236}">
                  <a16:creationId xmlns:a16="http://schemas.microsoft.com/office/drawing/2014/main" id="{B8091DA7-81B4-F863-1BA6-AFE4C2FA1373}"/>
                </a:ext>
              </a:extLst>
            </p:cNvPr>
            <p:cNvSpPr/>
            <p:nvPr/>
          </p:nvSpPr>
          <p:spPr>
            <a:xfrm>
              <a:off x="4350250" y="1963406"/>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Arrow: Bent 15">
              <a:extLst>
                <a:ext uri="{FF2B5EF4-FFF2-40B4-BE49-F238E27FC236}">
                  <a16:creationId xmlns:a16="http://schemas.microsoft.com/office/drawing/2014/main" id="{B956FD56-C2C1-07D0-968D-7AEA5A396A60}"/>
                </a:ext>
              </a:extLst>
            </p:cNvPr>
            <p:cNvSpPr/>
            <p:nvPr/>
          </p:nvSpPr>
          <p:spPr>
            <a:xfrm rot="16200000">
              <a:off x="4350250" y="6438901"/>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grpSp>
        <p:nvGrpSpPr>
          <p:cNvPr id="27" name="Group 26">
            <a:extLst>
              <a:ext uri="{FF2B5EF4-FFF2-40B4-BE49-F238E27FC236}">
                <a16:creationId xmlns:a16="http://schemas.microsoft.com/office/drawing/2014/main" id="{0B1ADC24-DDC9-CB96-3D9D-78529075BFAA}"/>
              </a:ext>
            </a:extLst>
          </p:cNvPr>
          <p:cNvGrpSpPr/>
          <p:nvPr/>
        </p:nvGrpSpPr>
        <p:grpSpPr>
          <a:xfrm>
            <a:off x="6900075" y="1162742"/>
            <a:ext cx="1080000" cy="1080000"/>
            <a:chOff x="12636000" y="3246967"/>
            <a:chExt cx="1080000" cy="1080000"/>
          </a:xfrm>
        </p:grpSpPr>
        <p:pic>
          <p:nvPicPr>
            <p:cNvPr id="24" name="Graphic 23" descr="Speech outline">
              <a:extLst>
                <a:ext uri="{FF2B5EF4-FFF2-40B4-BE49-F238E27FC236}">
                  <a16:creationId xmlns:a16="http://schemas.microsoft.com/office/drawing/2014/main" id="{459CE72C-0EE8-3AF0-33AF-9478677FB5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36000" y="3246967"/>
              <a:ext cx="1080000" cy="1080000"/>
            </a:xfrm>
            <a:prstGeom prst="rect">
              <a:avLst/>
            </a:prstGeom>
          </p:spPr>
        </p:pic>
        <p:pic>
          <p:nvPicPr>
            <p:cNvPr id="26" name="Graphic 25" descr="Lights On with solid fill">
              <a:extLst>
                <a:ext uri="{FF2B5EF4-FFF2-40B4-BE49-F238E27FC236}">
                  <a16:creationId xmlns:a16="http://schemas.microsoft.com/office/drawing/2014/main" id="{54E2F53F-4CAF-1B8D-1D12-7F45139592A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96000" y="3540744"/>
              <a:ext cx="383556" cy="383556"/>
            </a:xfrm>
            <a:prstGeom prst="rect">
              <a:avLst/>
            </a:prstGeom>
          </p:spPr>
        </p:pic>
      </p:grpSp>
      <p:grpSp>
        <p:nvGrpSpPr>
          <p:cNvPr id="33" name="Group 32">
            <a:extLst>
              <a:ext uri="{FF2B5EF4-FFF2-40B4-BE49-F238E27FC236}">
                <a16:creationId xmlns:a16="http://schemas.microsoft.com/office/drawing/2014/main" id="{7DF85D12-05E6-7ED5-19B6-5DC112347AA3}"/>
              </a:ext>
            </a:extLst>
          </p:cNvPr>
          <p:cNvGrpSpPr/>
          <p:nvPr/>
        </p:nvGrpSpPr>
        <p:grpSpPr>
          <a:xfrm>
            <a:off x="6900075" y="6972300"/>
            <a:ext cx="1080000" cy="1080000"/>
            <a:chOff x="12979459" y="2219387"/>
            <a:chExt cx="1080000" cy="1080000"/>
          </a:xfrm>
        </p:grpSpPr>
        <p:pic>
          <p:nvPicPr>
            <p:cNvPr id="29" name="Graphic 28" descr="Speech outline">
              <a:extLst>
                <a:ext uri="{FF2B5EF4-FFF2-40B4-BE49-F238E27FC236}">
                  <a16:creationId xmlns:a16="http://schemas.microsoft.com/office/drawing/2014/main" id="{7F5C03D2-8165-07CF-A82C-DE25AE0DE7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79459" y="2219387"/>
              <a:ext cx="1080000" cy="1080000"/>
            </a:xfrm>
            <a:prstGeom prst="rect">
              <a:avLst/>
            </a:prstGeom>
          </p:spPr>
        </p:pic>
        <p:pic>
          <p:nvPicPr>
            <p:cNvPr id="32" name="Graphic 31" descr="Question Mark with solid fill">
              <a:extLst>
                <a:ext uri="{FF2B5EF4-FFF2-40B4-BE49-F238E27FC236}">
                  <a16:creationId xmlns:a16="http://schemas.microsoft.com/office/drawing/2014/main" id="{77FAE3AE-DF15-22D4-8F2A-98A71DBF63C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356481" y="2512800"/>
              <a:ext cx="364671" cy="364671"/>
            </a:xfrm>
            <a:prstGeom prst="rect">
              <a:avLst/>
            </a:prstGeom>
          </p:spPr>
        </p:pic>
      </p:grpSp>
      <p:grpSp>
        <p:nvGrpSpPr>
          <p:cNvPr id="39" name="Group 38">
            <a:extLst>
              <a:ext uri="{FF2B5EF4-FFF2-40B4-BE49-F238E27FC236}">
                <a16:creationId xmlns:a16="http://schemas.microsoft.com/office/drawing/2014/main" id="{4E833B9A-BFBD-796A-333D-813E710229DD}"/>
              </a:ext>
            </a:extLst>
          </p:cNvPr>
          <p:cNvGrpSpPr/>
          <p:nvPr/>
        </p:nvGrpSpPr>
        <p:grpSpPr>
          <a:xfrm>
            <a:off x="11872770" y="4048094"/>
            <a:ext cx="1080000" cy="1080000"/>
            <a:chOff x="15039688" y="2897558"/>
            <a:chExt cx="1080000" cy="1080000"/>
          </a:xfrm>
        </p:grpSpPr>
        <p:pic>
          <p:nvPicPr>
            <p:cNvPr id="35" name="Graphic 34" descr="Speech outline">
              <a:extLst>
                <a:ext uri="{FF2B5EF4-FFF2-40B4-BE49-F238E27FC236}">
                  <a16:creationId xmlns:a16="http://schemas.microsoft.com/office/drawing/2014/main" id="{8D12B1F3-DA98-FB52-5AC5-B89DC8616A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15039688" y="2897558"/>
              <a:ext cx="1080000" cy="1080000"/>
            </a:xfrm>
            <a:prstGeom prst="rect">
              <a:avLst/>
            </a:prstGeom>
          </p:spPr>
        </p:pic>
        <p:pic>
          <p:nvPicPr>
            <p:cNvPr id="38" name="Graphic 37" descr="Exclamation mark with solid fill">
              <a:extLst>
                <a:ext uri="{FF2B5EF4-FFF2-40B4-BE49-F238E27FC236}">
                  <a16:creationId xmlns:a16="http://schemas.microsoft.com/office/drawing/2014/main" id="{D4C39533-55F1-6A44-E225-C8E8CC15F0A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400800" y="3169852"/>
              <a:ext cx="396000" cy="396000"/>
            </a:xfrm>
            <a:prstGeom prst="rect">
              <a:avLst/>
            </a:prstGeom>
          </p:spPr>
        </p:pic>
      </p:grpSp>
      <p:pic>
        <p:nvPicPr>
          <p:cNvPr id="46" name="Graphic 45" descr="Lecturer with solid fill">
            <a:extLst>
              <a:ext uri="{FF2B5EF4-FFF2-40B4-BE49-F238E27FC236}">
                <a16:creationId xmlns:a16="http://schemas.microsoft.com/office/drawing/2014/main" id="{A4E723AF-1A5F-CDF0-8B72-AF5DB6775A8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60233" y="4568477"/>
            <a:ext cx="1794084" cy="1794084"/>
          </a:xfrm>
          <a:prstGeom prst="rect">
            <a:avLst/>
          </a:prstGeom>
        </p:spPr>
      </p:pic>
      <p:pic>
        <p:nvPicPr>
          <p:cNvPr id="8" name="Graphic 7" descr="Programmer male with solid fill">
            <a:extLst>
              <a:ext uri="{FF2B5EF4-FFF2-40B4-BE49-F238E27FC236}">
                <a16:creationId xmlns:a16="http://schemas.microsoft.com/office/drawing/2014/main" id="{8AAF8706-BF98-FBA5-7E4C-BDB47B36744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943356" y="4771537"/>
            <a:ext cx="1224000" cy="1224000"/>
          </a:xfrm>
          <a:prstGeom prst="rect">
            <a:avLst/>
          </a:prstGeom>
        </p:spPr>
      </p:pic>
      <p:pic>
        <p:nvPicPr>
          <p:cNvPr id="13" name="Graphic 12" descr="Programmer female with solid fill">
            <a:extLst>
              <a:ext uri="{FF2B5EF4-FFF2-40B4-BE49-F238E27FC236}">
                <a16:creationId xmlns:a16="http://schemas.microsoft.com/office/drawing/2014/main" id="{AD722290-225B-BCFE-EDD1-FBE55C74AB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44580" y="7603713"/>
            <a:ext cx="1224000" cy="1224000"/>
          </a:xfrm>
          <a:prstGeom prst="rect">
            <a:avLst/>
          </a:prstGeom>
        </p:spPr>
      </p:pic>
      <p:pic>
        <p:nvPicPr>
          <p:cNvPr id="17" name="Graphic 16" descr="Programmer female with solid fill">
            <a:extLst>
              <a:ext uri="{FF2B5EF4-FFF2-40B4-BE49-F238E27FC236}">
                <a16:creationId xmlns:a16="http://schemas.microsoft.com/office/drawing/2014/main" id="{3AB71A2D-D9E9-B1E2-9681-DC6B9F53736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44580" y="1857891"/>
            <a:ext cx="1224000" cy="1224000"/>
          </a:xfrm>
          <a:prstGeom prst="rect">
            <a:avLst/>
          </a:prstGeom>
        </p:spPr>
      </p:pic>
      <p:pic>
        <p:nvPicPr>
          <p:cNvPr id="19" name="Graphic 18">
            <a:extLst>
              <a:ext uri="{FF2B5EF4-FFF2-40B4-BE49-F238E27FC236}">
                <a16:creationId xmlns:a16="http://schemas.microsoft.com/office/drawing/2014/main" id="{E18A340E-FD4F-EA5E-A876-EC295FA0D62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237870" y="4191100"/>
            <a:ext cx="1375667" cy="1375667"/>
          </a:xfrm>
          <a:prstGeom prst="rect">
            <a:avLst/>
          </a:prstGeom>
        </p:spPr>
      </p:pic>
      <p:pic>
        <p:nvPicPr>
          <p:cNvPr id="22" name="Graphic 21">
            <a:extLst>
              <a:ext uri="{FF2B5EF4-FFF2-40B4-BE49-F238E27FC236}">
                <a16:creationId xmlns:a16="http://schemas.microsoft.com/office/drawing/2014/main" id="{8809897D-6FA6-762F-E607-9C9851F3960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958277" y="3619500"/>
            <a:ext cx="1490523" cy="1490523"/>
          </a:xfrm>
          <a:prstGeom prst="rect">
            <a:avLst/>
          </a:prstGeom>
        </p:spPr>
      </p:pic>
      <p:pic>
        <p:nvPicPr>
          <p:cNvPr id="25" name="Graphic 24">
            <a:extLst>
              <a:ext uri="{FF2B5EF4-FFF2-40B4-BE49-F238E27FC236}">
                <a16:creationId xmlns:a16="http://schemas.microsoft.com/office/drawing/2014/main" id="{158DF105-A92B-07F5-9C02-D2BA2ED271A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323503" y="5340206"/>
            <a:ext cx="1570455" cy="1570455"/>
          </a:xfrm>
          <a:prstGeom prst="rect">
            <a:avLst/>
          </a:prstGeom>
        </p:spPr>
      </p:pic>
      <p:pic>
        <p:nvPicPr>
          <p:cNvPr id="30" name="Graphic 29">
            <a:extLst>
              <a:ext uri="{FF2B5EF4-FFF2-40B4-BE49-F238E27FC236}">
                <a16:creationId xmlns:a16="http://schemas.microsoft.com/office/drawing/2014/main" id="{72877CF5-37B3-D4BB-2308-1F2F683861C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101276" y="5020667"/>
            <a:ext cx="1490524" cy="1490524"/>
          </a:xfrm>
          <a:prstGeom prst="rect">
            <a:avLst/>
          </a:prstGeom>
        </p:spPr>
      </p:pic>
    </p:spTree>
    <p:extLst>
      <p:ext uri="{BB962C8B-B14F-4D97-AF65-F5344CB8AC3E}">
        <p14:creationId xmlns:p14="http://schemas.microsoft.com/office/powerpoint/2010/main" val="1102881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A0ED9-BBE0-3181-EA33-B92A5F2DAFF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9ED30E7-43F5-3A87-E8F4-996D584CCB2C}"/>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Digitale Souveränität und demokratische Werte</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2F6276FB-A6A4-DFDD-5DF9-DAAB4E7DCB69}"/>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60BCCEE3-6CEA-8B0D-9F9E-36F0BE712AF4}"/>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625E5B5D-BC12-9062-D869-06154E494A2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09DAA333-B293-4524-A868-A1AE1301EEE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2A74206-65F6-84EA-6E91-0DB8BF13C61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7461246D-CF14-398F-FC25-399700526F3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015946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A136E-0455-1433-DDB5-BF215B77FE43}"/>
            </a:ext>
          </a:extLst>
        </p:cNvPr>
        <p:cNvGrpSpPr/>
        <p:nvPr/>
      </p:nvGrpSpPr>
      <p:grpSpPr>
        <a:xfrm>
          <a:off x="0" y="0"/>
          <a:ext cx="0" cy="0"/>
          <a:chOff x="0" y="0"/>
          <a:chExt cx="0" cy="0"/>
        </a:xfrm>
      </p:grpSpPr>
      <p:sp>
        <p:nvSpPr>
          <p:cNvPr id="30" name="Oval 29">
            <a:extLst>
              <a:ext uri="{FF2B5EF4-FFF2-40B4-BE49-F238E27FC236}">
                <a16:creationId xmlns:a16="http://schemas.microsoft.com/office/drawing/2014/main" id="{5F7FE62C-8866-941C-BDD1-8F7D2B3A4351}"/>
              </a:ext>
            </a:extLst>
          </p:cNvPr>
          <p:cNvSpPr/>
          <p:nvPr/>
        </p:nvSpPr>
        <p:spPr>
          <a:xfrm>
            <a:off x="7533544" y="6438900"/>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8" name="Oval 27">
            <a:extLst>
              <a:ext uri="{FF2B5EF4-FFF2-40B4-BE49-F238E27FC236}">
                <a16:creationId xmlns:a16="http://schemas.microsoft.com/office/drawing/2014/main" id="{F5DBAFB9-2E1E-D068-82FB-5152A30CDE9C}"/>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0" name="Freeform 10">
            <a:extLst>
              <a:ext uri="{FF2B5EF4-FFF2-40B4-BE49-F238E27FC236}">
                <a16:creationId xmlns:a16="http://schemas.microsoft.com/office/drawing/2014/main" id="{BE0C962E-64D4-0569-54C5-955C445CF85F}"/>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93D561FE-617B-0C0D-B6E6-9B3EC22558ED}"/>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0A2C51D6-5807-6B32-0D03-404C4C8EC68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DD95B615-A580-1471-E829-409E33A5FCF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F0F3A444-B796-5CAF-B67F-358C64A27291}"/>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AAF64F96-AE91-80F5-5AB1-2AFD38257198}"/>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13</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49" name="Group 48">
            <a:extLst>
              <a:ext uri="{FF2B5EF4-FFF2-40B4-BE49-F238E27FC236}">
                <a16:creationId xmlns:a16="http://schemas.microsoft.com/office/drawing/2014/main" id="{DC7FC765-9618-EC66-3347-2D5DE2B321B2}"/>
              </a:ext>
            </a:extLst>
          </p:cNvPr>
          <p:cNvGrpSpPr/>
          <p:nvPr/>
        </p:nvGrpSpPr>
        <p:grpSpPr>
          <a:xfrm>
            <a:off x="2745764" y="2671064"/>
            <a:ext cx="3318871" cy="3318871"/>
            <a:chOff x="2745764" y="2671064"/>
            <a:chExt cx="3318871" cy="3318871"/>
          </a:xfrm>
        </p:grpSpPr>
        <p:sp>
          <p:nvSpPr>
            <p:cNvPr id="26" name="Oval 25">
              <a:extLst>
                <a:ext uri="{FF2B5EF4-FFF2-40B4-BE49-F238E27FC236}">
                  <a16:creationId xmlns:a16="http://schemas.microsoft.com/office/drawing/2014/main" id="{EFDDCF56-4EA5-94BC-8FEF-F81DF7CC066C}"/>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9" name="Graphic 8" descr="Woman with solid fill">
              <a:extLst>
                <a:ext uri="{FF2B5EF4-FFF2-40B4-BE49-F238E27FC236}">
                  <a16:creationId xmlns:a16="http://schemas.microsoft.com/office/drawing/2014/main" id="{799AC14C-87D5-1248-7E9D-82AA7FB2B1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grpSp>
        <p:nvGrpSpPr>
          <p:cNvPr id="15" name="Group 14">
            <a:extLst>
              <a:ext uri="{FF2B5EF4-FFF2-40B4-BE49-F238E27FC236}">
                <a16:creationId xmlns:a16="http://schemas.microsoft.com/office/drawing/2014/main" id="{3202E5C7-69B1-7CDD-346F-E64CEAC2DD57}"/>
              </a:ext>
            </a:extLst>
          </p:cNvPr>
          <p:cNvGrpSpPr>
            <a:grpSpLocks noChangeAspect="1"/>
          </p:cNvGrpSpPr>
          <p:nvPr/>
        </p:nvGrpSpPr>
        <p:grpSpPr>
          <a:xfrm>
            <a:off x="10287000" y="1863609"/>
            <a:ext cx="1351064" cy="1800000"/>
            <a:chOff x="9144000" y="3467100"/>
            <a:chExt cx="1143000" cy="1524000"/>
          </a:xfrm>
        </p:grpSpPr>
        <p:pic>
          <p:nvPicPr>
            <p:cNvPr id="12" name="Graphic 11" descr="Flag with solid fill">
              <a:extLst>
                <a:ext uri="{FF2B5EF4-FFF2-40B4-BE49-F238E27FC236}">
                  <a16:creationId xmlns:a16="http://schemas.microsoft.com/office/drawing/2014/main" id="{1A276B23-0DC0-2AAF-364C-D7ABCB75079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4" name="Graphic 13" descr="Earth globe: Americas with solid fill">
              <a:extLst>
                <a:ext uri="{FF2B5EF4-FFF2-40B4-BE49-F238E27FC236}">
                  <a16:creationId xmlns:a16="http://schemas.microsoft.com/office/drawing/2014/main" id="{E042CC9B-FE7D-E5C0-FEDC-309CB4D9799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pic>
        <p:nvPicPr>
          <p:cNvPr id="17" name="Graphic 16" descr="Cloud Computing with solid fill">
            <a:extLst>
              <a:ext uri="{FF2B5EF4-FFF2-40B4-BE49-F238E27FC236}">
                <a16:creationId xmlns:a16="http://schemas.microsoft.com/office/drawing/2014/main" id="{A4B73CC9-94A9-4867-23FD-647C36170CA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71449" y="7289062"/>
            <a:ext cx="1530000" cy="1530000"/>
          </a:xfrm>
          <a:prstGeom prst="rect">
            <a:avLst/>
          </a:prstGeom>
        </p:spPr>
      </p:pic>
      <p:sp>
        <p:nvSpPr>
          <p:cNvPr id="18" name="Arrow: Left-Right 17">
            <a:extLst>
              <a:ext uri="{FF2B5EF4-FFF2-40B4-BE49-F238E27FC236}">
                <a16:creationId xmlns:a16="http://schemas.microsoft.com/office/drawing/2014/main" id="{030B73DE-D78B-2AD6-B3AC-8B5085793EED}"/>
              </a:ext>
            </a:extLst>
          </p:cNvPr>
          <p:cNvSpPr/>
          <p:nvPr/>
        </p:nvSpPr>
        <p:spPr>
          <a:xfrm rot="20792173">
            <a:off x="6409552" y="3502182"/>
            <a:ext cx="2520809"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Arrow: Left-Right 19">
            <a:extLst>
              <a:ext uri="{FF2B5EF4-FFF2-40B4-BE49-F238E27FC236}">
                <a16:creationId xmlns:a16="http://schemas.microsoft.com/office/drawing/2014/main" id="{E7D292FE-A596-C2BA-CCB0-D7D811DEC2D1}"/>
              </a:ext>
            </a:extLst>
          </p:cNvPr>
          <p:cNvSpPr/>
          <p:nvPr/>
        </p:nvSpPr>
        <p:spPr>
          <a:xfrm rot="17323897">
            <a:off x="9231165" y="5194974"/>
            <a:ext cx="1584533"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Arrow: Left-Right 21">
            <a:extLst>
              <a:ext uri="{FF2B5EF4-FFF2-40B4-BE49-F238E27FC236}">
                <a16:creationId xmlns:a16="http://schemas.microsoft.com/office/drawing/2014/main" id="{7F3AC51F-B871-5358-71C3-96E98AA298F2}"/>
              </a:ext>
            </a:extLst>
          </p:cNvPr>
          <p:cNvSpPr/>
          <p:nvPr/>
        </p:nvSpPr>
        <p:spPr>
          <a:xfrm rot="2418568">
            <a:off x="5611974" y="5989448"/>
            <a:ext cx="2298057"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9DC22ABB-2760-FE40-1A17-60E732A12C34}"/>
              </a:ext>
            </a:extLst>
          </p:cNvPr>
          <p:cNvSpPr/>
          <p:nvPr/>
        </p:nvSpPr>
        <p:spPr>
          <a:xfrm>
            <a:off x="4927572" y="30099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Autonomie</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2" name="Rectangle 31">
            <a:extLst>
              <a:ext uri="{FF2B5EF4-FFF2-40B4-BE49-F238E27FC236}">
                <a16:creationId xmlns:a16="http://schemas.microsoft.com/office/drawing/2014/main" id="{99D8B279-3E89-D2F4-9533-64E5070DADD4}"/>
              </a:ext>
            </a:extLst>
          </p:cNvPr>
          <p:cNvSpPr/>
          <p:nvPr/>
        </p:nvSpPr>
        <p:spPr>
          <a:xfrm>
            <a:off x="1660317" y="34305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sp>
        <p:nvSpPr>
          <p:cNvPr id="34" name="Rectangle 33">
            <a:extLst>
              <a:ext uri="{FF2B5EF4-FFF2-40B4-BE49-F238E27FC236}">
                <a16:creationId xmlns:a16="http://schemas.microsoft.com/office/drawing/2014/main" id="{7571C21B-2456-B2AE-7DBC-39CC2D5CE357}"/>
              </a:ext>
            </a:extLst>
          </p:cNvPr>
          <p:cNvSpPr/>
          <p:nvPr/>
        </p:nvSpPr>
        <p:spPr>
          <a:xfrm>
            <a:off x="3206520" y="5757549"/>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Privatheit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6" name="Rectangle 35">
            <a:extLst>
              <a:ext uri="{FF2B5EF4-FFF2-40B4-BE49-F238E27FC236}">
                <a16:creationId xmlns:a16="http://schemas.microsoft.com/office/drawing/2014/main" id="{79324597-D47C-CBCC-90BC-F0A49CCB7285}"/>
              </a:ext>
            </a:extLst>
          </p:cNvPr>
          <p:cNvSpPr/>
          <p:nvPr/>
        </p:nvSpPr>
        <p:spPr>
          <a:xfrm>
            <a:off x="8534400" y="65151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Offenheit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8" name="Rectangle 37">
            <a:extLst>
              <a:ext uri="{FF2B5EF4-FFF2-40B4-BE49-F238E27FC236}">
                <a16:creationId xmlns:a16="http://schemas.microsoft.com/office/drawing/2014/main" id="{CF4C4256-E5DB-BA42-E44E-C3BC49E08788}"/>
              </a:ext>
            </a:extLst>
          </p:cNvPr>
          <p:cNvSpPr/>
          <p:nvPr/>
        </p:nvSpPr>
        <p:spPr>
          <a:xfrm>
            <a:off x="6400800" y="8728221"/>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sp>
        <p:nvSpPr>
          <p:cNvPr id="40" name="Rectangle 39">
            <a:extLst>
              <a:ext uri="{FF2B5EF4-FFF2-40B4-BE49-F238E27FC236}">
                <a16:creationId xmlns:a16="http://schemas.microsoft.com/office/drawing/2014/main" id="{A1B67F17-74C6-98A4-69E4-C7CDF09F7974}"/>
              </a:ext>
            </a:extLst>
          </p:cNvPr>
          <p:cNvSpPr/>
          <p:nvPr/>
        </p:nvSpPr>
        <p:spPr>
          <a:xfrm>
            <a:off x="8305772" y="1758914"/>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sp>
        <p:nvSpPr>
          <p:cNvPr id="44" name="Rectangle 43">
            <a:extLst>
              <a:ext uri="{FF2B5EF4-FFF2-40B4-BE49-F238E27FC236}">
                <a16:creationId xmlns:a16="http://schemas.microsoft.com/office/drawing/2014/main" id="{4FAB2B1A-E5E2-D530-D013-F03B5FE6A4F6}"/>
              </a:ext>
            </a:extLst>
          </p:cNvPr>
          <p:cNvSpPr/>
          <p:nvPr/>
        </p:nvSpPr>
        <p:spPr>
          <a:xfrm>
            <a:off x="11695804" y="2631183"/>
            <a:ext cx="25859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Gerechtigkeit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6" name="Rectangle 45">
            <a:extLst>
              <a:ext uri="{FF2B5EF4-FFF2-40B4-BE49-F238E27FC236}">
                <a16:creationId xmlns:a16="http://schemas.microsoft.com/office/drawing/2014/main" id="{C991C288-0E3F-AEB3-7049-A73CD1D24EEA}"/>
              </a:ext>
            </a:extLst>
          </p:cNvPr>
          <p:cNvSpPr/>
          <p:nvPr/>
        </p:nvSpPr>
        <p:spPr>
          <a:xfrm>
            <a:off x="9884973" y="8625528"/>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Neutralität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8" name="Rectangle 47">
            <a:extLst>
              <a:ext uri="{FF2B5EF4-FFF2-40B4-BE49-F238E27FC236}">
                <a16:creationId xmlns:a16="http://schemas.microsoft.com/office/drawing/2014/main" id="{62D5818B-CFC3-E0CC-0D5A-3C7C0E07B290}"/>
              </a:ext>
            </a:extLst>
          </p:cNvPr>
          <p:cNvSpPr/>
          <p:nvPr/>
        </p:nvSpPr>
        <p:spPr>
          <a:xfrm>
            <a:off x="8781869" y="3943828"/>
            <a:ext cx="25859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Gleichheit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4011432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29917-22FE-E748-5953-2F534C61978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BAEA2F5-602E-2D90-E064-7F226D0927D0}"/>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Wertepluralismus und Inkommensurabilität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AF4E3229-1A3E-19F5-A2A0-109B8E2A7DB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93D791DE-B9AF-D596-7062-888BC3936C9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7E652F3D-A4F5-20E0-FF84-52E5AE2F294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9225A437-701C-8BDD-35B8-0D05444C7635}"/>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773227D1-85AC-03B8-78DA-9ADF8176CA3D}"/>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1572687A-83E9-B958-AAF4-10BF6080936B}"/>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14</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20369923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EAAE0-C256-A38C-938D-8BACA3779FDB}"/>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E17FB819-0FD0-3915-67F7-5E9C14A5870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6945B5A0-CD37-2FDA-CABE-DFCCA16A3DEC}"/>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2B0E1C31-6333-4EEE-89B5-60C63023BA46}"/>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85FA38C7-4FA7-E420-8456-66282D4A0B0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A692E86-4840-00B0-A169-205E37D1C16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F0721F3B-4B9F-8405-7356-CB7A5F0AF080}"/>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15</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8" name="Group 27">
            <a:extLst>
              <a:ext uri="{FF2B5EF4-FFF2-40B4-BE49-F238E27FC236}">
                <a16:creationId xmlns:a16="http://schemas.microsoft.com/office/drawing/2014/main" id="{66BF907B-1257-1077-80C8-3D1F1B2ED46C}"/>
              </a:ext>
            </a:extLst>
          </p:cNvPr>
          <p:cNvGrpSpPr/>
          <p:nvPr/>
        </p:nvGrpSpPr>
        <p:grpSpPr>
          <a:xfrm>
            <a:off x="3581400" y="3722004"/>
            <a:ext cx="3318871" cy="3631296"/>
            <a:chOff x="3581400" y="3722004"/>
            <a:chExt cx="3318871" cy="3631296"/>
          </a:xfrm>
        </p:grpSpPr>
        <p:grpSp>
          <p:nvGrpSpPr>
            <p:cNvPr id="8" name="Group 7">
              <a:extLst>
                <a:ext uri="{FF2B5EF4-FFF2-40B4-BE49-F238E27FC236}">
                  <a16:creationId xmlns:a16="http://schemas.microsoft.com/office/drawing/2014/main" id="{927A92F0-1E0F-35DA-910B-7E14672B84D5}"/>
                </a:ext>
              </a:extLst>
            </p:cNvPr>
            <p:cNvGrpSpPr/>
            <p:nvPr/>
          </p:nvGrpSpPr>
          <p:grpSpPr>
            <a:xfrm>
              <a:off x="3581400" y="3722004"/>
              <a:ext cx="3318871" cy="3318871"/>
              <a:chOff x="2745764" y="2671064"/>
              <a:chExt cx="3318871" cy="3318871"/>
            </a:xfrm>
          </p:grpSpPr>
          <p:sp>
            <p:nvSpPr>
              <p:cNvPr id="9" name="Oval 8">
                <a:extLst>
                  <a:ext uri="{FF2B5EF4-FFF2-40B4-BE49-F238E27FC236}">
                    <a16:creationId xmlns:a16="http://schemas.microsoft.com/office/drawing/2014/main" id="{15D49F89-9620-F4C5-9863-9F34B794D8F6}"/>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11" name="Graphic 10" descr="Woman with solid fill">
                <a:extLst>
                  <a:ext uri="{FF2B5EF4-FFF2-40B4-BE49-F238E27FC236}">
                    <a16:creationId xmlns:a16="http://schemas.microsoft.com/office/drawing/2014/main" id="{6019BD98-394B-79A9-4657-2C3AA30EC6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sp>
          <p:nvSpPr>
            <p:cNvPr id="19" name="Rectangle 18">
              <a:extLst>
                <a:ext uri="{FF2B5EF4-FFF2-40B4-BE49-F238E27FC236}">
                  <a16:creationId xmlns:a16="http://schemas.microsoft.com/office/drawing/2014/main" id="{8D7D7653-6437-28C3-5843-9D59E22EC25E}"/>
                </a:ext>
              </a:extLst>
            </p:cNvPr>
            <p:cNvSpPr/>
            <p:nvPr/>
          </p:nvSpPr>
          <p:spPr>
            <a:xfrm>
              <a:off x="423752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grpSp>
      <p:grpSp>
        <p:nvGrpSpPr>
          <p:cNvPr id="29" name="Group 28">
            <a:extLst>
              <a:ext uri="{FF2B5EF4-FFF2-40B4-BE49-F238E27FC236}">
                <a16:creationId xmlns:a16="http://schemas.microsoft.com/office/drawing/2014/main" id="{5940A053-1622-A599-6BC5-54D7F109DB87}"/>
              </a:ext>
            </a:extLst>
          </p:cNvPr>
          <p:cNvGrpSpPr/>
          <p:nvPr/>
        </p:nvGrpSpPr>
        <p:grpSpPr>
          <a:xfrm>
            <a:off x="11387729" y="3722004"/>
            <a:ext cx="3318871" cy="3631296"/>
            <a:chOff x="11387729" y="3722004"/>
            <a:chExt cx="3318871" cy="3631296"/>
          </a:xfrm>
        </p:grpSpPr>
        <p:grpSp>
          <p:nvGrpSpPr>
            <p:cNvPr id="16" name="Group 15">
              <a:extLst>
                <a:ext uri="{FF2B5EF4-FFF2-40B4-BE49-F238E27FC236}">
                  <a16:creationId xmlns:a16="http://schemas.microsoft.com/office/drawing/2014/main" id="{6A894A7F-C036-8FC5-BF2F-350E3345A731}"/>
                </a:ext>
              </a:extLst>
            </p:cNvPr>
            <p:cNvGrpSpPr/>
            <p:nvPr/>
          </p:nvGrpSpPr>
          <p:grpSpPr>
            <a:xfrm>
              <a:off x="11387729" y="3722004"/>
              <a:ext cx="3318871" cy="3318871"/>
              <a:chOff x="9167989" y="1284173"/>
              <a:chExt cx="3318871" cy="3318871"/>
            </a:xfrm>
          </p:grpSpPr>
          <p:sp>
            <p:nvSpPr>
              <p:cNvPr id="12" name="Oval 11">
                <a:extLst>
                  <a:ext uri="{FF2B5EF4-FFF2-40B4-BE49-F238E27FC236}">
                    <a16:creationId xmlns:a16="http://schemas.microsoft.com/office/drawing/2014/main" id="{DD2A6F2C-2307-9AF6-55B8-8F00F955304D}"/>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13" name="Group 12">
                <a:extLst>
                  <a:ext uri="{FF2B5EF4-FFF2-40B4-BE49-F238E27FC236}">
                    <a16:creationId xmlns:a16="http://schemas.microsoft.com/office/drawing/2014/main" id="{B544DE0A-62EB-1FB5-01FF-DB4E736E04F0}"/>
                  </a:ext>
                </a:extLst>
              </p:cNvPr>
              <p:cNvGrpSpPr>
                <a:grpSpLocks noChangeAspect="1"/>
              </p:cNvGrpSpPr>
              <p:nvPr/>
            </p:nvGrpSpPr>
            <p:grpSpPr>
              <a:xfrm>
                <a:off x="10287000" y="1863609"/>
                <a:ext cx="1351064" cy="1800000"/>
                <a:chOff x="9144000" y="3467100"/>
                <a:chExt cx="1143000" cy="1524000"/>
              </a:xfrm>
            </p:grpSpPr>
            <p:pic>
              <p:nvPicPr>
                <p:cNvPr id="14" name="Graphic 13" descr="Flag with solid fill">
                  <a:extLst>
                    <a:ext uri="{FF2B5EF4-FFF2-40B4-BE49-F238E27FC236}">
                      <a16:creationId xmlns:a16="http://schemas.microsoft.com/office/drawing/2014/main" id="{20258AB9-CAC6-AB59-B3D3-0CC64826C5C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5" name="Graphic 14" descr="Earth globe: Americas with solid fill">
                  <a:extLst>
                    <a:ext uri="{FF2B5EF4-FFF2-40B4-BE49-F238E27FC236}">
                      <a16:creationId xmlns:a16="http://schemas.microsoft.com/office/drawing/2014/main" id="{5C698DC1-64BB-04C9-77A9-E27FDD930A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grpSp>
        <p:sp>
          <p:nvSpPr>
            <p:cNvPr id="21" name="Rectangle 20">
              <a:extLst>
                <a:ext uri="{FF2B5EF4-FFF2-40B4-BE49-F238E27FC236}">
                  <a16:creationId xmlns:a16="http://schemas.microsoft.com/office/drawing/2014/main" id="{22AB727A-7C45-7662-75BF-3B81C5C81E9D}"/>
                </a:ext>
              </a:extLst>
            </p:cNvPr>
            <p:cNvSpPr/>
            <p:nvPr/>
          </p:nvSpPr>
          <p:spPr>
            <a:xfrm>
              <a:off x="1205283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grpSp>
      <p:sp>
        <p:nvSpPr>
          <p:cNvPr id="23" name="Rectangle 22">
            <a:extLst>
              <a:ext uri="{FF2B5EF4-FFF2-40B4-BE49-F238E27FC236}">
                <a16:creationId xmlns:a16="http://schemas.microsoft.com/office/drawing/2014/main" id="{1021F920-AF82-0E77-F03A-EAA4C3BC12B8}"/>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Inkommensurabilität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27" name="Graphic 26" descr="Ruler with solid fill">
            <a:extLst>
              <a:ext uri="{FF2B5EF4-FFF2-40B4-BE49-F238E27FC236}">
                <a16:creationId xmlns:a16="http://schemas.microsoft.com/office/drawing/2014/main" id="{B8FA2FAD-8515-3ED9-6900-35558EF5477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35747" y="4729400"/>
            <a:ext cx="1616505" cy="1616505"/>
          </a:xfrm>
          <a:prstGeom prst="rect">
            <a:avLst/>
          </a:prstGeom>
        </p:spPr>
      </p:pic>
      <p:sp>
        <p:nvSpPr>
          <p:cNvPr id="30" name="Arrow: Striped Right 29">
            <a:extLst>
              <a:ext uri="{FF2B5EF4-FFF2-40B4-BE49-F238E27FC236}">
                <a16:creationId xmlns:a16="http://schemas.microsoft.com/office/drawing/2014/main" id="{7CC873BB-35AF-4E89-319A-A23406CA1ED5}"/>
              </a:ext>
            </a:extLst>
          </p:cNvPr>
          <p:cNvSpPr/>
          <p:nvPr/>
        </p:nvSpPr>
        <p:spPr>
          <a:xfrm>
            <a:off x="10129990" y="5260514"/>
            <a:ext cx="1080000" cy="554276"/>
          </a:xfrm>
          <a:prstGeom prst="striped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Arrow: Striped Right 31">
            <a:extLst>
              <a:ext uri="{FF2B5EF4-FFF2-40B4-BE49-F238E27FC236}">
                <a16:creationId xmlns:a16="http://schemas.microsoft.com/office/drawing/2014/main" id="{0ADBA032-DD06-B670-51DB-A38C581FAD43}"/>
              </a:ext>
            </a:extLst>
          </p:cNvPr>
          <p:cNvSpPr/>
          <p:nvPr/>
        </p:nvSpPr>
        <p:spPr>
          <a:xfrm flipH="1">
            <a:off x="7078009" y="5260514"/>
            <a:ext cx="1080000" cy="554276"/>
          </a:xfrm>
          <a:prstGeom prst="striped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4" name="Graphic 33" descr="No sign with solid fill">
            <a:extLst>
              <a:ext uri="{FF2B5EF4-FFF2-40B4-BE49-F238E27FC236}">
                <a16:creationId xmlns:a16="http://schemas.microsoft.com/office/drawing/2014/main" id="{B8C2E75E-250C-F29F-8C43-DF8D9F064C1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19540" y="4721678"/>
            <a:ext cx="1631949" cy="1631949"/>
          </a:xfrm>
          <a:prstGeom prst="rect">
            <a:avLst/>
          </a:prstGeom>
        </p:spPr>
      </p:pic>
    </p:spTree>
    <p:extLst>
      <p:ext uri="{BB962C8B-B14F-4D97-AF65-F5344CB8AC3E}">
        <p14:creationId xmlns:p14="http://schemas.microsoft.com/office/powerpoint/2010/main" val="21313376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D6BE6-98BD-049C-A64F-DAAACE2485CF}"/>
            </a:ext>
          </a:extLst>
        </p:cNvPr>
        <p:cNvGrpSpPr/>
        <p:nvPr/>
      </p:nvGrpSpPr>
      <p:grpSpPr>
        <a:xfrm>
          <a:off x="0" y="0"/>
          <a:ext cx="0" cy="0"/>
          <a:chOff x="0" y="0"/>
          <a:chExt cx="0" cy="0"/>
        </a:xfrm>
      </p:grpSpPr>
      <p:sp>
        <p:nvSpPr>
          <p:cNvPr id="39" name="Oval 38">
            <a:extLst>
              <a:ext uri="{FF2B5EF4-FFF2-40B4-BE49-F238E27FC236}">
                <a16:creationId xmlns:a16="http://schemas.microsoft.com/office/drawing/2014/main" id="{56ED7813-1B7D-CE1E-23FA-1261497F2E01}"/>
              </a:ext>
            </a:extLst>
          </p:cNvPr>
          <p:cNvSpPr/>
          <p:nvPr/>
        </p:nvSpPr>
        <p:spPr>
          <a:xfrm>
            <a:off x="8490482" y="3390900"/>
            <a:ext cx="1295400" cy="1295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10">
            <a:extLst>
              <a:ext uri="{FF2B5EF4-FFF2-40B4-BE49-F238E27FC236}">
                <a16:creationId xmlns:a16="http://schemas.microsoft.com/office/drawing/2014/main" id="{82825328-1324-5A02-9916-21D0FFDCED63}"/>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AD9850F9-8463-11D9-5A7E-744D94B4300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B8733582-3A9B-D5E8-C268-B7A2BFA85E20}"/>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93B64876-3134-9346-1E7B-5D6C9350151A}"/>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ACA7112E-7C72-B802-2066-5F95EAC4ED8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5CA1CF3A-7575-6D4B-B926-23818489F3BF}"/>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16</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8" name="Group 27">
            <a:extLst>
              <a:ext uri="{FF2B5EF4-FFF2-40B4-BE49-F238E27FC236}">
                <a16:creationId xmlns:a16="http://schemas.microsoft.com/office/drawing/2014/main" id="{76B4DDEC-70D2-CD1D-2D3C-38CC6AE7FADD}"/>
              </a:ext>
            </a:extLst>
          </p:cNvPr>
          <p:cNvGrpSpPr/>
          <p:nvPr/>
        </p:nvGrpSpPr>
        <p:grpSpPr>
          <a:xfrm>
            <a:off x="3581400" y="3722004"/>
            <a:ext cx="3318871" cy="3631296"/>
            <a:chOff x="3581400" y="3722004"/>
            <a:chExt cx="3318871" cy="3631296"/>
          </a:xfrm>
        </p:grpSpPr>
        <p:grpSp>
          <p:nvGrpSpPr>
            <p:cNvPr id="8" name="Group 7">
              <a:extLst>
                <a:ext uri="{FF2B5EF4-FFF2-40B4-BE49-F238E27FC236}">
                  <a16:creationId xmlns:a16="http://schemas.microsoft.com/office/drawing/2014/main" id="{9A2D8030-FE18-5399-1289-09A0290E1FA0}"/>
                </a:ext>
              </a:extLst>
            </p:cNvPr>
            <p:cNvGrpSpPr/>
            <p:nvPr/>
          </p:nvGrpSpPr>
          <p:grpSpPr>
            <a:xfrm>
              <a:off x="3581400" y="3722004"/>
              <a:ext cx="3318871" cy="3318871"/>
              <a:chOff x="2745764" y="2671064"/>
              <a:chExt cx="3318871" cy="3318871"/>
            </a:xfrm>
          </p:grpSpPr>
          <p:sp>
            <p:nvSpPr>
              <p:cNvPr id="9" name="Oval 8">
                <a:extLst>
                  <a:ext uri="{FF2B5EF4-FFF2-40B4-BE49-F238E27FC236}">
                    <a16:creationId xmlns:a16="http://schemas.microsoft.com/office/drawing/2014/main" id="{9AAA26F4-6DE4-BF8F-70A2-8E0884AD0972}"/>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11" name="Graphic 10" descr="Woman with solid fill">
                <a:extLst>
                  <a:ext uri="{FF2B5EF4-FFF2-40B4-BE49-F238E27FC236}">
                    <a16:creationId xmlns:a16="http://schemas.microsoft.com/office/drawing/2014/main" id="{B65F69D4-3312-8DE5-D1D1-1F1D134B79E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sp>
          <p:nvSpPr>
            <p:cNvPr id="19" name="Rectangle 18">
              <a:extLst>
                <a:ext uri="{FF2B5EF4-FFF2-40B4-BE49-F238E27FC236}">
                  <a16:creationId xmlns:a16="http://schemas.microsoft.com/office/drawing/2014/main" id="{271C378E-8275-D7B5-1805-E8CF777D9F3D}"/>
                </a:ext>
              </a:extLst>
            </p:cNvPr>
            <p:cNvSpPr/>
            <p:nvPr/>
          </p:nvSpPr>
          <p:spPr>
            <a:xfrm>
              <a:off x="423752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grpSp>
      <p:grpSp>
        <p:nvGrpSpPr>
          <p:cNvPr id="29" name="Group 28">
            <a:extLst>
              <a:ext uri="{FF2B5EF4-FFF2-40B4-BE49-F238E27FC236}">
                <a16:creationId xmlns:a16="http://schemas.microsoft.com/office/drawing/2014/main" id="{E11991D9-8EED-965F-6E97-A70B61721960}"/>
              </a:ext>
            </a:extLst>
          </p:cNvPr>
          <p:cNvGrpSpPr/>
          <p:nvPr/>
        </p:nvGrpSpPr>
        <p:grpSpPr>
          <a:xfrm>
            <a:off x="11387729" y="3722004"/>
            <a:ext cx="3318871" cy="3631296"/>
            <a:chOff x="11387729" y="3722004"/>
            <a:chExt cx="3318871" cy="3631296"/>
          </a:xfrm>
        </p:grpSpPr>
        <p:grpSp>
          <p:nvGrpSpPr>
            <p:cNvPr id="16" name="Group 15">
              <a:extLst>
                <a:ext uri="{FF2B5EF4-FFF2-40B4-BE49-F238E27FC236}">
                  <a16:creationId xmlns:a16="http://schemas.microsoft.com/office/drawing/2014/main" id="{6AB4B475-B0FC-9FEC-EC66-8FECD21AF82E}"/>
                </a:ext>
              </a:extLst>
            </p:cNvPr>
            <p:cNvGrpSpPr/>
            <p:nvPr/>
          </p:nvGrpSpPr>
          <p:grpSpPr>
            <a:xfrm>
              <a:off x="11387729" y="3722004"/>
              <a:ext cx="3318871" cy="3318871"/>
              <a:chOff x="9167989" y="1284173"/>
              <a:chExt cx="3318871" cy="3318871"/>
            </a:xfrm>
          </p:grpSpPr>
          <p:sp>
            <p:nvSpPr>
              <p:cNvPr id="12" name="Oval 11">
                <a:extLst>
                  <a:ext uri="{FF2B5EF4-FFF2-40B4-BE49-F238E27FC236}">
                    <a16:creationId xmlns:a16="http://schemas.microsoft.com/office/drawing/2014/main" id="{580FB8A4-2BDF-ACF4-83DD-90320ACD8C65}"/>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13" name="Group 12">
                <a:extLst>
                  <a:ext uri="{FF2B5EF4-FFF2-40B4-BE49-F238E27FC236}">
                    <a16:creationId xmlns:a16="http://schemas.microsoft.com/office/drawing/2014/main" id="{CE18A4AB-84C9-655D-864F-1E2E2D3833CA}"/>
                  </a:ext>
                </a:extLst>
              </p:cNvPr>
              <p:cNvGrpSpPr>
                <a:grpSpLocks noChangeAspect="1"/>
              </p:cNvGrpSpPr>
              <p:nvPr/>
            </p:nvGrpSpPr>
            <p:grpSpPr>
              <a:xfrm>
                <a:off x="10287000" y="1863609"/>
                <a:ext cx="1351064" cy="1800000"/>
                <a:chOff x="9144000" y="3467100"/>
                <a:chExt cx="1143000" cy="1524000"/>
              </a:xfrm>
            </p:grpSpPr>
            <p:pic>
              <p:nvPicPr>
                <p:cNvPr id="14" name="Graphic 13" descr="Flag with solid fill">
                  <a:extLst>
                    <a:ext uri="{FF2B5EF4-FFF2-40B4-BE49-F238E27FC236}">
                      <a16:creationId xmlns:a16="http://schemas.microsoft.com/office/drawing/2014/main" id="{06E47513-4466-46D6-987C-6A3272AEF6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5" name="Graphic 14" descr="Earth globe: Americas with solid fill">
                  <a:extLst>
                    <a:ext uri="{FF2B5EF4-FFF2-40B4-BE49-F238E27FC236}">
                      <a16:creationId xmlns:a16="http://schemas.microsoft.com/office/drawing/2014/main" id="{D257789F-2C6D-9EE1-210C-324897EB9F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grpSp>
        <p:sp>
          <p:nvSpPr>
            <p:cNvPr id="21" name="Rectangle 20">
              <a:extLst>
                <a:ext uri="{FF2B5EF4-FFF2-40B4-BE49-F238E27FC236}">
                  <a16:creationId xmlns:a16="http://schemas.microsoft.com/office/drawing/2014/main" id="{4753CB12-E545-D8F6-5937-24D6937D70E3}"/>
                </a:ext>
              </a:extLst>
            </p:cNvPr>
            <p:cNvSpPr/>
            <p:nvPr/>
          </p:nvSpPr>
          <p:spPr>
            <a:xfrm>
              <a:off x="1205283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grpSp>
      <p:sp>
        <p:nvSpPr>
          <p:cNvPr id="23" name="Rectangle 22">
            <a:extLst>
              <a:ext uri="{FF2B5EF4-FFF2-40B4-BE49-F238E27FC236}">
                <a16:creationId xmlns:a16="http://schemas.microsoft.com/office/drawing/2014/main" id="{B493886A-992A-2CFE-6FAA-EF584AB74F23}"/>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Unvergleichbarkeit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36" name="Graphic 35" descr="Confused person with solid fill">
            <a:extLst>
              <a:ext uri="{FF2B5EF4-FFF2-40B4-BE49-F238E27FC236}">
                <a16:creationId xmlns:a16="http://schemas.microsoft.com/office/drawing/2014/main" id="{2C822FCA-0777-A375-10DD-72EEBEAD7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001000" y="4958440"/>
            <a:ext cx="2286000" cy="2286000"/>
          </a:xfrm>
          <a:prstGeom prst="rect">
            <a:avLst/>
          </a:prstGeom>
        </p:spPr>
      </p:pic>
      <p:pic>
        <p:nvPicPr>
          <p:cNvPr id="38" name="Graphic 37" descr="Question Mark with solid fill">
            <a:extLst>
              <a:ext uri="{FF2B5EF4-FFF2-40B4-BE49-F238E27FC236}">
                <a16:creationId xmlns:a16="http://schemas.microsoft.com/office/drawing/2014/main" id="{C0AF198F-A3B3-0308-34E8-467B7F88C7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86800" y="3620469"/>
            <a:ext cx="914400" cy="914400"/>
          </a:xfrm>
          <a:prstGeom prst="rect">
            <a:avLst/>
          </a:prstGeom>
        </p:spPr>
      </p:pic>
    </p:spTree>
    <p:extLst>
      <p:ext uri="{BB962C8B-B14F-4D97-AF65-F5344CB8AC3E}">
        <p14:creationId xmlns:p14="http://schemas.microsoft.com/office/powerpoint/2010/main" val="36594940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B9680-08A3-A542-BF21-8772B573A48F}"/>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027F58B9-CF94-941B-A61B-810DEBF60234}"/>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7874268-71C7-6712-0158-1C117F3A170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736BF1D6-0F62-6EAC-C2BB-B96AD772808B}"/>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CE5D3393-E975-8AC7-E99B-DE2162BEB56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3F593D58-3296-F603-161B-813DED9B89D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419DBDC-CEE4-C9A1-6263-783A4CD653E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17</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8" name="TextBox 7">
            <a:extLst>
              <a:ext uri="{FF2B5EF4-FFF2-40B4-BE49-F238E27FC236}">
                <a16:creationId xmlns:a16="http://schemas.microsoft.com/office/drawing/2014/main" id="{6F40EE38-E29D-316D-7EF2-0C6B19EF1CF8}"/>
              </a:ext>
            </a:extLst>
          </p:cNvPr>
          <p:cNvSpPr txBox="1"/>
          <p:nvPr/>
        </p:nvSpPr>
        <p:spPr>
          <a:xfrm>
            <a:off x="3962400" y="2609554"/>
            <a:ext cx="10363200" cy="3239092"/>
          </a:xfrm>
          <a:prstGeom prst="rect">
            <a:avLst/>
          </a:prstGeom>
          <a:noFill/>
        </p:spPr>
        <p:txBody>
          <a:bodyPr wrap="square" rtlCol="0">
            <a:spAutoFit/>
          </a:bodyPr>
          <a:lstStyle/>
          <a:p>
            <a:pPr>
              <a:lnSpc>
                <a:spcPct val="130000"/>
              </a:lnSpc>
            </a:pPr>
            <a:r>
              <a:rPr lang="en-GB" sz="3200" dirty="0">
                <a:latin typeface="Noto Sans" panose="020B0502040504020204" pitchFamily="34" charset="0"/>
                <a:ea typeface="Noto Sans" panose="020B0502040504020204" pitchFamily="34" charset="0"/>
                <a:cs typeface="Noto Sans" panose="020B0502040504020204" pitchFamily="34" charset="0"/>
              </a:rPr>
              <a:t>The world that we encounter in ordinary experience is one in which we are faced with choices between ends equally ultimate, and claims equally absolute, the realisation of some of which must inevitably involve the sacrifice of others.</a:t>
            </a:r>
          </a:p>
        </p:txBody>
      </p:sp>
      <p:sp>
        <p:nvSpPr>
          <p:cNvPr id="11" name="Rectangle 10">
            <a:extLst>
              <a:ext uri="{FF2B5EF4-FFF2-40B4-BE49-F238E27FC236}">
                <a16:creationId xmlns:a16="http://schemas.microsoft.com/office/drawing/2014/main" id="{CAB16B67-48F0-CE25-2851-E5F0D6FCC10B}"/>
              </a:ext>
            </a:extLst>
          </p:cNvPr>
          <p:cNvSpPr/>
          <p:nvPr/>
        </p:nvSpPr>
        <p:spPr>
          <a:xfrm>
            <a:off x="8588511" y="6644477"/>
            <a:ext cx="5737089" cy="590981"/>
          </a:xfrm>
          <a:prstGeom prst="rect">
            <a:avLst/>
          </a:prstGeom>
          <a:solidFill>
            <a:schemeClr val="bg1"/>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Isaiah Berlin, </a:t>
            </a:r>
            <a:r>
              <a:rPr lang="en-GB" sz="2400" i="1" dirty="0">
                <a:solidFill>
                  <a:schemeClr val="tx1"/>
                </a:solidFill>
                <a:latin typeface="Noto Sans" panose="020B0502040504020204" pitchFamily="34" charset="0"/>
                <a:ea typeface="Noto Sans" panose="020B0502040504020204" pitchFamily="34" charset="0"/>
                <a:cs typeface="Noto Sans" panose="020B0502040504020204" pitchFamily="34" charset="0"/>
              </a:rPr>
              <a:t>Two Concepts of Liberty</a:t>
            </a:r>
          </a:p>
        </p:txBody>
      </p:sp>
    </p:spTree>
    <p:extLst>
      <p:ext uri="{BB962C8B-B14F-4D97-AF65-F5344CB8AC3E}">
        <p14:creationId xmlns:p14="http://schemas.microsoft.com/office/powerpoint/2010/main" val="25890325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3BF9F-9AF0-EEBA-EAB7-FE8202D4DB5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40D89F8-C7BB-7F2A-8492-FD88D42874A2}"/>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Die Pluralität digitaler Souveränität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F8C91E2-EF1D-3E2C-C2A4-9AABB9A5C345}"/>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7AC7EB3-DEE9-5082-EC30-D27E33156058}"/>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60F7AFE1-7EEC-A238-A7C4-50F9F5156661}"/>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127FA071-BECD-24B8-2CCD-DC045690504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DCE1CBF2-59AE-3D81-39CA-23042B42220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6AC847CB-FD07-9CA4-5686-95989631FD1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18</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634872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7EB13-4DCF-65E2-82E4-0DEA31555239}"/>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B31317E3-B633-89D1-B084-AEE259118D3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EA2D1012-7B52-8E95-51D2-CEA3FF4F0123}"/>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2BCC0BCC-6EFC-091C-49EF-5EE9BE95C59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0D60FE82-74C5-A90A-1586-89573DA19436}"/>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A29B3715-D27B-0D9E-30E8-FB6C68B087A4}"/>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2746B36-BF95-6310-BB21-1FEBA310813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19</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Oval 8">
            <a:extLst>
              <a:ext uri="{FF2B5EF4-FFF2-40B4-BE49-F238E27FC236}">
                <a16:creationId xmlns:a16="http://schemas.microsoft.com/office/drawing/2014/main" id="{3218E3B9-CC85-4153-A69E-D63F5E12DC4A}"/>
              </a:ext>
            </a:extLst>
          </p:cNvPr>
          <p:cNvSpPr/>
          <p:nvPr/>
        </p:nvSpPr>
        <p:spPr>
          <a:xfrm>
            <a:off x="4284165" y="2232479"/>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Digitale</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Sourveränität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3" name="Oval 12">
            <a:extLst>
              <a:ext uri="{FF2B5EF4-FFF2-40B4-BE49-F238E27FC236}">
                <a16:creationId xmlns:a16="http://schemas.microsoft.com/office/drawing/2014/main" id="{A4E44034-EA1E-880C-F2AE-0402E5CED098}"/>
              </a:ext>
            </a:extLst>
          </p:cNvPr>
          <p:cNvSpPr/>
          <p:nvPr/>
        </p:nvSpPr>
        <p:spPr>
          <a:xfrm>
            <a:off x="10684965" y="2232479"/>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Werte-pluralismus</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2" name="Oval 21">
            <a:extLst>
              <a:ext uri="{FF2B5EF4-FFF2-40B4-BE49-F238E27FC236}">
                <a16:creationId xmlns:a16="http://schemas.microsoft.com/office/drawing/2014/main" id="{A7CA3A2E-39CF-9FBC-33E8-140E082ECBA8}"/>
              </a:ext>
            </a:extLst>
          </p:cNvPr>
          <p:cNvSpPr/>
          <p:nvPr/>
        </p:nvSpPr>
        <p:spPr>
          <a:xfrm>
            <a:off x="7484565" y="6091829"/>
            <a:ext cx="3318871" cy="3318871"/>
          </a:xfrm>
          <a:prstGeom prst="ellipse">
            <a:avLst/>
          </a:prstGeom>
          <a:solidFill>
            <a:schemeClr val="accent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„normative Maintenance“</a:t>
            </a:r>
          </a:p>
        </p:txBody>
      </p:sp>
      <p:sp>
        <p:nvSpPr>
          <p:cNvPr id="25" name="Arrow: Down 24">
            <a:extLst>
              <a:ext uri="{FF2B5EF4-FFF2-40B4-BE49-F238E27FC236}">
                <a16:creationId xmlns:a16="http://schemas.microsoft.com/office/drawing/2014/main" id="{77D6DEC9-F829-22A1-8AE7-35877CA8C0A0}"/>
              </a:ext>
            </a:extLst>
          </p:cNvPr>
          <p:cNvSpPr/>
          <p:nvPr/>
        </p:nvSpPr>
        <p:spPr>
          <a:xfrm rot="19026664">
            <a:off x="7182328" y="5391782"/>
            <a:ext cx="762000" cy="990591"/>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Arrow: Down 26">
            <a:extLst>
              <a:ext uri="{FF2B5EF4-FFF2-40B4-BE49-F238E27FC236}">
                <a16:creationId xmlns:a16="http://schemas.microsoft.com/office/drawing/2014/main" id="{1D4A3B70-6862-0377-FC11-979037F00DDA}"/>
              </a:ext>
            </a:extLst>
          </p:cNvPr>
          <p:cNvSpPr/>
          <p:nvPr/>
        </p:nvSpPr>
        <p:spPr>
          <a:xfrm rot="2456723">
            <a:off x="10422436" y="5425851"/>
            <a:ext cx="762000" cy="990591"/>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623592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D6ABC-3268-AC50-5A3C-4A2D55B6068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FC440BE-DF74-7DD9-BE0A-BAACBD01B669}"/>
              </a:ext>
            </a:extLst>
          </p:cNvPr>
          <p:cNvSpPr txBox="1"/>
          <p:nvPr/>
        </p:nvSpPr>
        <p:spPr>
          <a:xfrm>
            <a:off x="1028700" y="1944000"/>
            <a:ext cx="16213111" cy="1231106"/>
          </a:xfrm>
          <a:prstGeom prst="rect">
            <a:avLst/>
          </a:prstGeom>
        </p:spPr>
        <p:txBody>
          <a:bodyPr lIns="0" tIns="0" rIns="0" bIns="0" rtlCol="0" anchor="t">
            <a:spAutoFit/>
          </a:bodyPr>
          <a:lstStyle/>
          <a:p>
            <a:pPr algn="l">
              <a:lnSpc>
                <a:spcPts val="9600"/>
              </a:lnSpc>
            </a:pPr>
            <a:r>
              <a:rPr lang="en-US" sz="8000" dirty="0" err="1">
                <a:latin typeface="Noto Serif"/>
                <a:ea typeface="Noto Serif"/>
                <a:cs typeface="Noto Serif"/>
                <a:sym typeface="Noto Serif"/>
              </a:rPr>
              <a:t>Quellen</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8878F5DC-DC7E-2EBB-8592-BB0D15F2C424}"/>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7" name="TextBox 6">
            <a:extLst>
              <a:ext uri="{FF2B5EF4-FFF2-40B4-BE49-F238E27FC236}">
                <a16:creationId xmlns:a16="http://schemas.microsoft.com/office/drawing/2014/main" id="{8E9ED97F-9545-3362-AB25-ED784A3839E4}"/>
              </a:ext>
            </a:extLst>
          </p:cNvPr>
          <p:cNvSpPr txBox="1"/>
          <p:nvPr/>
        </p:nvSpPr>
        <p:spPr>
          <a:xfrm>
            <a:off x="1021443" y="3429000"/>
            <a:ext cx="11045370" cy="5909310"/>
          </a:xfrm>
          <a:prstGeom prst="rect">
            <a:avLst/>
          </a:prstGeom>
          <a:noFill/>
        </p:spPr>
        <p:txBody>
          <a:bodyPr wrap="square">
            <a:spAutoFit/>
          </a:bodyPr>
          <a:lstStyle/>
          <a:p>
            <a:pPr marL="285750" indent="-285750">
              <a:buFont typeface="Arial" panose="020B0604020202020204" pitchFamily="34" charset="0"/>
              <a:buChar char="•"/>
            </a:pPr>
            <a:r>
              <a:rPr lang="en-GB" sz="1400" dirty="0"/>
              <a:t>Andersson, Henrik, und Anders Herlitz, </a:t>
            </a:r>
            <a:r>
              <a:rPr lang="en-GB" sz="1400" dirty="0" err="1"/>
              <a:t>Hrsg</a:t>
            </a:r>
            <a:r>
              <a:rPr lang="en-GB" sz="1400" dirty="0"/>
              <a:t>. 2022. </a:t>
            </a:r>
            <a:r>
              <a:rPr lang="en-GB" sz="1400" i="1" dirty="0"/>
              <a:t>Value Incommensurability: Ethics, Risk, and Decision-Making</a:t>
            </a:r>
            <a:r>
              <a:rPr lang="en-GB" sz="1400" dirty="0"/>
              <a:t>. 1. </a:t>
            </a:r>
            <a:r>
              <a:rPr lang="en-GB" sz="1400" dirty="0" err="1"/>
              <a:t>Aufl</a:t>
            </a:r>
            <a:r>
              <a:rPr lang="en-GB" sz="1400" dirty="0"/>
              <a:t>. Routledge. </a:t>
            </a:r>
            <a:r>
              <a:rPr lang="en-GB" sz="1400" dirty="0">
                <a:hlinkClick r:id="rId4"/>
              </a:rPr>
              <a:t>https://doi.org/10.4324/9781003148012</a:t>
            </a:r>
            <a:r>
              <a:rPr lang="en-GB" sz="1400" dirty="0"/>
              <a:t>.</a:t>
            </a:r>
          </a:p>
          <a:p>
            <a:pPr marL="285750" indent="-285750">
              <a:buFont typeface="Arial" panose="020B0604020202020204" pitchFamily="34" charset="0"/>
              <a:buChar char="•"/>
            </a:pPr>
            <a:r>
              <a:rPr lang="en-GB" sz="1400" dirty="0"/>
              <a:t>Berlin, Isaiah. 2002. „Two Concepts of Liberty“. In </a:t>
            </a:r>
            <a:r>
              <a:rPr lang="en-GB" sz="1400" i="1" dirty="0"/>
              <a:t>Liberty</a:t>
            </a:r>
            <a:r>
              <a:rPr lang="en-GB" sz="1400" dirty="0"/>
              <a:t>, 2. </a:t>
            </a:r>
            <a:r>
              <a:rPr lang="en-GB" sz="1400" dirty="0" err="1"/>
              <a:t>Aufl</a:t>
            </a:r>
            <a:r>
              <a:rPr lang="en-GB" sz="1400" dirty="0"/>
              <a:t>. Oxford University Press. </a:t>
            </a:r>
            <a:r>
              <a:rPr lang="en-GB" sz="1400" dirty="0">
                <a:hlinkClick r:id="rId5"/>
              </a:rPr>
              <a:t>https://doi.org/10.1093/019924989X.003.0004</a:t>
            </a:r>
            <a:r>
              <a:rPr lang="en-GB" sz="1400" dirty="0"/>
              <a:t>.</a:t>
            </a:r>
          </a:p>
          <a:p>
            <a:pPr marL="285750" indent="-285750">
              <a:buFont typeface="Arial" panose="020B0604020202020204" pitchFamily="34" charset="0"/>
              <a:buChar char="•"/>
            </a:pPr>
            <a:r>
              <a:rPr lang="en-GB" sz="1400" dirty="0"/>
              <a:t>Boult, Cameron. 2021. „The Epistemic Responsibilities of Citizens in a Democracy“. In </a:t>
            </a:r>
            <a:r>
              <a:rPr lang="en-GB" sz="1400" i="1" dirty="0"/>
              <a:t>The Routledge Handbook of Political Epistemology</a:t>
            </a:r>
            <a:r>
              <a:rPr lang="en-GB" sz="1400" dirty="0"/>
              <a:t>, </a:t>
            </a:r>
            <a:r>
              <a:rPr lang="en-GB" sz="1400" dirty="0" err="1"/>
              <a:t>herausgegeben</a:t>
            </a:r>
            <a:r>
              <a:rPr lang="en-GB" sz="1400" dirty="0"/>
              <a:t> von Michael Hannon und Jeroen de Ridder. Routledge.</a:t>
            </a:r>
          </a:p>
          <a:p>
            <a:pPr marL="285750" indent="-285750">
              <a:buFont typeface="Arial" panose="020B0604020202020204" pitchFamily="34" charset="0"/>
              <a:buChar char="•"/>
            </a:pPr>
            <a:r>
              <a:rPr lang="en-GB" sz="1400" dirty="0"/>
              <a:t>Brennan, Jason. 2016. </a:t>
            </a:r>
            <a:r>
              <a:rPr lang="en-GB" sz="1400" i="1" dirty="0"/>
              <a:t>Against Democracy</a:t>
            </a:r>
            <a:r>
              <a:rPr lang="en-GB" sz="1400" dirty="0"/>
              <a:t>. Princeton University Press.</a:t>
            </a:r>
          </a:p>
          <a:p>
            <a:pPr marL="285750" indent="-285750">
              <a:buFont typeface="Arial" panose="020B0604020202020204" pitchFamily="34" charset="0"/>
              <a:buChar char="•"/>
            </a:pPr>
            <a:r>
              <a:rPr lang="en-GB" sz="1400" dirty="0"/>
              <a:t>Chang, Ruth. 2015. „Value Incomparability and Incommensurability“. In </a:t>
            </a:r>
            <a:r>
              <a:rPr lang="en-GB" sz="1400" i="1" dirty="0"/>
              <a:t>The Oxford Handbook of Value Theory</a:t>
            </a:r>
            <a:r>
              <a:rPr lang="en-GB" sz="1400" dirty="0"/>
              <a:t>, </a:t>
            </a:r>
            <a:r>
              <a:rPr lang="en-GB" sz="1400" dirty="0" err="1"/>
              <a:t>herausgegeben</a:t>
            </a:r>
            <a:r>
              <a:rPr lang="en-GB" sz="1400" dirty="0"/>
              <a:t> von Iwao Hirose und Jonas Olson. Oxford University Press. </a:t>
            </a:r>
            <a:r>
              <a:rPr lang="en-GB" sz="1400" dirty="0">
                <a:hlinkClick r:id="rId6"/>
              </a:rPr>
              <a:t>https://doi.org/10.1093/oxfordhb/9780199959303.013.0012</a:t>
            </a:r>
            <a:r>
              <a:rPr lang="en-GB" sz="1400" dirty="0"/>
              <a:t>.</a:t>
            </a:r>
          </a:p>
          <a:p>
            <a:pPr marL="285750" indent="-285750">
              <a:buFont typeface="Arial" panose="020B0604020202020204" pitchFamily="34" charset="0"/>
              <a:buChar char="•"/>
            </a:pPr>
            <a:r>
              <a:rPr lang="de-DE" sz="1400" dirty="0"/>
              <a:t>Darmstädter Appell. 1996. „Darmstädter Appell: Aufruf zur Reform der politischen Bildung in der Schule“. </a:t>
            </a:r>
            <a:r>
              <a:rPr lang="de-DE" sz="1400" i="1" dirty="0"/>
              <a:t>Aus Politik und Zeitgeschichte</a:t>
            </a:r>
            <a:r>
              <a:rPr lang="de-DE" sz="1400" dirty="0"/>
              <a:t>, Nr. 47.</a:t>
            </a:r>
          </a:p>
          <a:p>
            <a:pPr marL="285750" indent="-285750">
              <a:buFont typeface="Arial" panose="020B0604020202020204" pitchFamily="34" charset="0"/>
              <a:buChar char="•"/>
            </a:pPr>
            <a:r>
              <a:rPr lang="de-DE" sz="1400" dirty="0"/>
              <a:t>Detjen, Joachim. 2000. „Die Demokratiekompetenz der Bürger: Herausforderung für die politische Bildung“. </a:t>
            </a:r>
            <a:r>
              <a:rPr lang="de-DE" sz="1400" i="1" dirty="0"/>
              <a:t>Aus Politik und Zeitgeschichte </a:t>
            </a:r>
            <a:r>
              <a:rPr lang="de-DE" sz="1400" dirty="0"/>
              <a:t>25.</a:t>
            </a:r>
          </a:p>
          <a:p>
            <a:pPr marL="285750" indent="-285750">
              <a:buFont typeface="Arial" panose="020B0604020202020204" pitchFamily="34" charset="0"/>
              <a:buChar char="•"/>
            </a:pPr>
            <a:r>
              <a:rPr lang="en-GB" sz="1400" dirty="0"/>
              <a:t>Elliott, Kevin J. 2023. </a:t>
            </a:r>
            <a:r>
              <a:rPr lang="en-GB" sz="1400" i="1" dirty="0"/>
              <a:t>Democracy for Busy People</a:t>
            </a:r>
            <a:r>
              <a:rPr lang="en-GB" sz="1400" dirty="0"/>
              <a:t>. University of Chicago Press. </a:t>
            </a:r>
            <a:r>
              <a:rPr lang="en-GB" sz="1400" dirty="0">
                <a:hlinkClick r:id="rId7"/>
              </a:rPr>
              <a:t>https://doi.org/10.7208/chicago/9780226826318.001.0001</a:t>
            </a:r>
            <a:r>
              <a:rPr lang="en-GB" sz="1400" dirty="0"/>
              <a:t>.</a:t>
            </a:r>
          </a:p>
          <a:p>
            <a:pPr marL="285750" indent="-285750">
              <a:buFont typeface="Arial" panose="020B0604020202020204" pitchFamily="34" charset="0"/>
              <a:buChar char="•"/>
            </a:pPr>
            <a:r>
              <a:rPr lang="de-DE" sz="1400" dirty="0" err="1"/>
              <a:t>Glasze</a:t>
            </a:r>
            <a:r>
              <a:rPr lang="de-DE" sz="1400" dirty="0"/>
              <a:t>, Georg, Eva </a:t>
            </a:r>
            <a:r>
              <a:rPr lang="de-DE" sz="1400" dirty="0" err="1"/>
              <a:t>Odzuck</a:t>
            </a:r>
            <a:r>
              <a:rPr lang="de-DE" sz="1400" dirty="0"/>
              <a:t>, und Ronald Staples, Hrsg. 2022. </a:t>
            </a:r>
            <a:r>
              <a:rPr lang="de-DE" sz="1400" i="1" dirty="0"/>
              <a:t>Was heißt digitale Souveränität? Diskurse, Praktiken und Voraussetzungen individueller und staatlicher Souveränität im digitalen Zeitalter</a:t>
            </a:r>
            <a:r>
              <a:rPr lang="de-DE" sz="1400" dirty="0"/>
              <a:t>. 1. Aufl. Bd. 3. Politik in der digitalen Gesellschaft. </a:t>
            </a:r>
            <a:r>
              <a:rPr lang="de-DE" sz="1400" dirty="0" err="1"/>
              <a:t>Transcript</a:t>
            </a:r>
            <a:r>
              <a:rPr lang="de-DE" sz="1400" dirty="0"/>
              <a:t> Verlag. </a:t>
            </a:r>
            <a:r>
              <a:rPr lang="de-DE" sz="1400" dirty="0">
                <a:hlinkClick r:id="rId8"/>
              </a:rPr>
              <a:t>https://doi.org/10.14361/9783839458273</a:t>
            </a:r>
            <a:r>
              <a:rPr lang="de-DE" sz="1400" dirty="0"/>
              <a:t>.</a:t>
            </a:r>
          </a:p>
          <a:p>
            <a:pPr marL="285750" indent="-285750">
              <a:buFont typeface="Arial" panose="020B0604020202020204" pitchFamily="34" charset="0"/>
              <a:buChar char="•"/>
            </a:pPr>
            <a:r>
              <a:rPr lang="de-DE" sz="1400" dirty="0"/>
              <a:t>Habermas, Jürgen. 2022. </a:t>
            </a:r>
            <a:r>
              <a:rPr lang="de-DE" sz="1400" i="1" dirty="0"/>
              <a:t>Ein neuer Strukturwandel der Öffentlichkeit und die deliberative </a:t>
            </a:r>
            <a:r>
              <a:rPr lang="en-GB" sz="1400" i="1" dirty="0"/>
              <a:t>Politik</a:t>
            </a:r>
            <a:r>
              <a:rPr lang="en-GB" sz="1400" dirty="0"/>
              <a:t>. </a:t>
            </a:r>
            <a:r>
              <a:rPr lang="en-GB" sz="1400" dirty="0" err="1"/>
              <a:t>Suhrkamp</a:t>
            </a:r>
            <a:r>
              <a:rPr lang="en-GB" sz="1400" dirty="0"/>
              <a:t>.</a:t>
            </a:r>
          </a:p>
          <a:p>
            <a:pPr marL="285750" indent="-285750">
              <a:buFont typeface="Arial" panose="020B0604020202020204" pitchFamily="34" charset="0"/>
              <a:buChar char="•"/>
            </a:pPr>
            <a:r>
              <a:rPr lang="de-DE" sz="1400" dirty="0"/>
              <a:t>Jarren, Otfried, und Renate Fischer. 2021. „Die </a:t>
            </a:r>
            <a:r>
              <a:rPr lang="de-DE" sz="1400" dirty="0" err="1"/>
              <a:t>Plattformisierung</a:t>
            </a:r>
            <a:r>
              <a:rPr lang="de-DE" sz="1400" dirty="0"/>
              <a:t> von Öffentlichkeit und der Relevanzverlust des Journalismus als demokratische Herausforderung“. In </a:t>
            </a:r>
            <a:r>
              <a:rPr lang="de-DE" sz="1400" i="1" dirty="0"/>
              <a:t>Ein Neuer Strukturwandel Der Öffentlichkeit?</a:t>
            </a:r>
            <a:r>
              <a:rPr lang="de-DE" sz="1400" dirty="0"/>
              <a:t>, herausgegeben von Martin Seeliger und </a:t>
            </a:r>
            <a:r>
              <a:rPr lang="en-GB" sz="1400" dirty="0"/>
              <a:t>Sebastian </a:t>
            </a:r>
            <a:r>
              <a:rPr lang="en-GB" sz="1400" dirty="0" err="1"/>
              <a:t>Sevignani</a:t>
            </a:r>
            <a:r>
              <a:rPr lang="en-GB" sz="1400" dirty="0"/>
              <a:t>. Nomos </a:t>
            </a:r>
            <a:r>
              <a:rPr lang="en-GB" sz="1400" dirty="0" err="1"/>
              <a:t>Verlagsgesellschaft</a:t>
            </a:r>
            <a:r>
              <a:rPr lang="en-GB" sz="1400" dirty="0"/>
              <a:t> mbH &amp; Co. KG. </a:t>
            </a:r>
            <a:r>
              <a:rPr lang="en-GB" sz="1400" dirty="0">
                <a:hlinkClick r:id="rId9"/>
              </a:rPr>
              <a:t>https://doi.org/10.5771/9783748912187-365</a:t>
            </a:r>
            <a:r>
              <a:rPr lang="en-GB" sz="1400" dirty="0"/>
              <a:t>.</a:t>
            </a:r>
          </a:p>
          <a:p>
            <a:pPr marL="285750" indent="-285750">
              <a:buFont typeface="Arial" panose="020B0604020202020204" pitchFamily="34" charset="0"/>
              <a:buChar char="•"/>
            </a:pPr>
            <a:r>
              <a:rPr lang="en-GB" sz="1400" dirty="0"/>
              <a:t>Landemore, Hélène. 2013. </a:t>
            </a:r>
            <a:r>
              <a:rPr lang="en-GB" sz="1400" i="1" dirty="0"/>
              <a:t>Democratic Reason: Politics, Collective Intelligence, and the Rule of the Many</a:t>
            </a:r>
            <a:r>
              <a:rPr lang="en-GB" sz="1400" dirty="0"/>
              <a:t>. Princeton University Press.</a:t>
            </a:r>
          </a:p>
          <a:p>
            <a:pPr marL="285750" indent="-285750">
              <a:buFont typeface="Arial" panose="020B0604020202020204" pitchFamily="34" charset="0"/>
              <a:buChar char="•"/>
            </a:pPr>
            <a:r>
              <a:rPr lang="en-GB" sz="1400" dirty="0"/>
              <a:t>Mill, John Stuart. 1901. </a:t>
            </a:r>
            <a:r>
              <a:rPr lang="en-GB" sz="1400" i="1" dirty="0"/>
              <a:t>On Liberty</a:t>
            </a:r>
            <a:r>
              <a:rPr lang="en-GB" sz="1400" dirty="0"/>
              <a:t>. The Walter Scott Publishing Co., Ltd.</a:t>
            </a:r>
          </a:p>
          <a:p>
            <a:pPr marL="285750" indent="-285750">
              <a:buFont typeface="Arial" panose="020B0604020202020204" pitchFamily="34" charset="0"/>
              <a:buChar char="•"/>
            </a:pPr>
            <a:r>
              <a:rPr lang="de-DE" sz="1400" dirty="0"/>
              <a:t>Münchner Manifest. 1997. „Münchner Manifest Vom 26. Mai 1997 - Demokratie braucht politische Bildung: Zum Auftrag der Bundeszentrale und der Landeszentralen für politische Bildung“. </a:t>
            </a:r>
            <a:r>
              <a:rPr lang="de-DE" sz="1400" i="1" dirty="0"/>
              <a:t>Aus Politik und Zeitgeschichte </a:t>
            </a:r>
            <a:r>
              <a:rPr lang="de-DE" sz="1400" dirty="0"/>
              <a:t>32.</a:t>
            </a:r>
          </a:p>
          <a:p>
            <a:pPr marL="285750" indent="-285750">
              <a:buFont typeface="Arial" panose="020B0604020202020204" pitchFamily="34" charset="0"/>
              <a:buChar char="•"/>
            </a:pPr>
            <a:r>
              <a:rPr lang="en-GB" sz="1400" dirty="0"/>
              <a:t>Offe, Claus. 2019. „Micro-Aspects of Democratic Theory: What Makes for the Deliberative </a:t>
            </a:r>
            <a:r>
              <a:rPr lang="de-DE" sz="1400" dirty="0"/>
              <a:t>Competence of Citizens?“ In </a:t>
            </a:r>
            <a:r>
              <a:rPr lang="de-DE" sz="1400" i="1" dirty="0"/>
              <a:t>Liberale Demokratie und soziale Macht</a:t>
            </a:r>
            <a:r>
              <a:rPr lang="de-DE" sz="1400" dirty="0"/>
              <a:t>. Springer Fachmedien Wiesbaden. </a:t>
            </a:r>
            <a:r>
              <a:rPr lang="de-DE" sz="1400" dirty="0">
                <a:hlinkClick r:id="rId10"/>
              </a:rPr>
              <a:t>https://doi.org/10.1007/978-3-658-22265-9_12</a:t>
            </a:r>
            <a:r>
              <a:rPr lang="de-DE" sz="1400" dirty="0"/>
              <a:t>.</a:t>
            </a:r>
          </a:p>
          <a:p>
            <a:pPr marL="285750" indent="-285750">
              <a:buFont typeface="Arial" panose="020B0604020202020204" pitchFamily="34" charset="0"/>
              <a:buChar char="•"/>
            </a:pPr>
            <a:r>
              <a:rPr lang="en-GB" sz="1400" dirty="0"/>
              <a:t>Pohle, Julia, und Thorsten Thiel. 2020. „Digital Sovereignty“. </a:t>
            </a:r>
            <a:r>
              <a:rPr lang="en-GB" sz="1400" i="1" dirty="0"/>
              <a:t>Internet Policy Review </a:t>
            </a:r>
            <a:r>
              <a:rPr lang="en-GB" sz="1400" dirty="0"/>
              <a:t>9 (4). </a:t>
            </a:r>
            <a:r>
              <a:rPr lang="en-GB" sz="1400" dirty="0">
                <a:hlinkClick r:id="rId11"/>
              </a:rPr>
              <a:t>https://doi.org/10.14763/2020.4.1532</a:t>
            </a:r>
            <a:r>
              <a:rPr lang="en-GB" sz="1400" dirty="0"/>
              <a:t>.</a:t>
            </a:r>
          </a:p>
          <a:p>
            <a:pPr marL="285750" indent="-285750">
              <a:buFont typeface="Arial" panose="020B0604020202020204" pitchFamily="34" charset="0"/>
              <a:buChar char="•"/>
            </a:pPr>
            <a:r>
              <a:rPr lang="en-GB" sz="1400" dirty="0"/>
              <a:t>Staab, Philipp, und Thorsten Thiel. 2022. „Social Media and the Digital Structural Transformation of the Public Sphere“. </a:t>
            </a:r>
            <a:r>
              <a:rPr lang="en-GB" sz="1400" i="1" dirty="0"/>
              <a:t>Theory, Culture &amp; Society </a:t>
            </a:r>
            <a:r>
              <a:rPr lang="en-GB" sz="1400" dirty="0"/>
              <a:t>39 (4): 129–43. </a:t>
            </a:r>
            <a:r>
              <a:rPr lang="en-GB" sz="1400" dirty="0">
                <a:hlinkClick r:id="rId12"/>
              </a:rPr>
              <a:t>https://doi.org/10.1177/02632764221103527</a:t>
            </a:r>
            <a:r>
              <a:rPr lang="en-GB" sz="1400" dirty="0"/>
              <a:t>.</a:t>
            </a:r>
          </a:p>
        </p:txBody>
      </p:sp>
      <p:grpSp>
        <p:nvGrpSpPr>
          <p:cNvPr id="6" name="Group 5">
            <a:extLst>
              <a:ext uri="{FF2B5EF4-FFF2-40B4-BE49-F238E27FC236}">
                <a16:creationId xmlns:a16="http://schemas.microsoft.com/office/drawing/2014/main" id="{E971450E-3C25-588C-8515-49A170C4E4C3}"/>
              </a:ext>
            </a:extLst>
          </p:cNvPr>
          <p:cNvGrpSpPr/>
          <p:nvPr/>
        </p:nvGrpSpPr>
        <p:grpSpPr>
          <a:xfrm>
            <a:off x="990600" y="540000"/>
            <a:ext cx="16268700" cy="613410"/>
            <a:chOff x="990600" y="540000"/>
            <a:chExt cx="16268700" cy="613410"/>
          </a:xfrm>
        </p:grpSpPr>
        <p:grpSp>
          <p:nvGrpSpPr>
            <p:cNvPr id="8" name="Group 3">
              <a:extLst>
                <a:ext uri="{FF2B5EF4-FFF2-40B4-BE49-F238E27FC236}">
                  <a16:creationId xmlns:a16="http://schemas.microsoft.com/office/drawing/2014/main" id="{3739D010-5903-F569-42E0-CA2A5CF4E3CB}"/>
                </a:ext>
              </a:extLst>
            </p:cNvPr>
            <p:cNvGrpSpPr/>
            <p:nvPr/>
          </p:nvGrpSpPr>
          <p:grpSpPr>
            <a:xfrm>
              <a:off x="1028700" y="540000"/>
              <a:ext cx="16230600" cy="613410"/>
              <a:chOff x="0" y="142130"/>
              <a:chExt cx="21640800" cy="1642694"/>
            </a:xfrm>
          </p:grpSpPr>
          <p:sp>
            <p:nvSpPr>
              <p:cNvPr id="14" name="AutoShape 4">
                <a:extLst>
                  <a:ext uri="{FF2B5EF4-FFF2-40B4-BE49-F238E27FC236}">
                    <a16:creationId xmlns:a16="http://schemas.microsoft.com/office/drawing/2014/main" id="{32610E6F-D225-573D-C95D-76EF0181E88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15" name="TextBox 5">
                <a:extLst>
                  <a:ext uri="{FF2B5EF4-FFF2-40B4-BE49-F238E27FC236}">
                    <a16:creationId xmlns:a16="http://schemas.microsoft.com/office/drawing/2014/main" id="{6E1A0648-A948-436B-311C-3FED57B42FD5}"/>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13" name="TextBox 12">
              <a:extLst>
                <a:ext uri="{FF2B5EF4-FFF2-40B4-BE49-F238E27FC236}">
                  <a16:creationId xmlns:a16="http://schemas.microsoft.com/office/drawing/2014/main" id="{2454EA55-E579-6ECA-FF83-3FEA5E8238A7}"/>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20</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27906804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EB593B-9FAD-6B00-67DD-667ED3A8215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A9599D-6EC0-7F16-70E8-758A474D4AA1}"/>
              </a:ext>
            </a:extLst>
          </p:cNvPr>
          <p:cNvSpPr txBox="1"/>
          <p:nvPr/>
        </p:nvSpPr>
        <p:spPr>
          <a:xfrm>
            <a:off x="1028700" y="1944000"/>
            <a:ext cx="16213111" cy="1231106"/>
          </a:xfrm>
          <a:prstGeom prst="rect">
            <a:avLst/>
          </a:prstGeom>
        </p:spPr>
        <p:txBody>
          <a:bodyPr lIns="0" tIns="0" rIns="0" bIns="0" rtlCol="0" anchor="t">
            <a:spAutoFit/>
          </a:bodyPr>
          <a:lstStyle/>
          <a:p>
            <a:pPr algn="l">
              <a:lnSpc>
                <a:spcPts val="9600"/>
              </a:lnSpc>
            </a:pPr>
            <a:r>
              <a:rPr lang="en-US" sz="8000" dirty="0">
                <a:latin typeface="Noto Serif"/>
                <a:ea typeface="Noto Serif"/>
                <a:cs typeface="Noto Serif"/>
                <a:sym typeface="Noto Serif"/>
              </a:rPr>
              <a:t>Bilder</a:t>
            </a:r>
          </a:p>
        </p:txBody>
      </p:sp>
      <p:sp>
        <p:nvSpPr>
          <p:cNvPr id="10" name="Freeform 10">
            <a:extLst>
              <a:ext uri="{FF2B5EF4-FFF2-40B4-BE49-F238E27FC236}">
                <a16:creationId xmlns:a16="http://schemas.microsoft.com/office/drawing/2014/main" id="{3502D418-5657-D08F-C1D7-008FE3349E72}"/>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7" name="TextBox 6">
            <a:extLst>
              <a:ext uri="{FF2B5EF4-FFF2-40B4-BE49-F238E27FC236}">
                <a16:creationId xmlns:a16="http://schemas.microsoft.com/office/drawing/2014/main" id="{690CAD15-AF6A-8670-65B5-3C9FC5E996AD}"/>
              </a:ext>
            </a:extLst>
          </p:cNvPr>
          <p:cNvSpPr txBox="1"/>
          <p:nvPr/>
        </p:nvSpPr>
        <p:spPr>
          <a:xfrm>
            <a:off x="1021442" y="3429000"/>
            <a:ext cx="15742557" cy="1687898"/>
          </a:xfrm>
          <a:prstGeom prst="rect">
            <a:avLst/>
          </a:prstGeom>
          <a:noFill/>
        </p:spPr>
        <p:txBody>
          <a:bodyPr wrap="square">
            <a:spAutoFit/>
          </a:bodyPr>
          <a:lstStyle/>
          <a:p>
            <a:pPr marL="285750" indent="-285750">
              <a:lnSpc>
                <a:spcPct val="110000"/>
              </a:lnSpc>
              <a:buFont typeface="Arial" panose="020B0604020202020204" pitchFamily="34" charset="0"/>
              <a:buChar char="•"/>
            </a:pPr>
            <a:r>
              <a:rPr lang="en-GB" sz="3200" dirty="0" err="1">
                <a:latin typeface="Noto Sans" panose="020B0604020202020204"/>
                <a:ea typeface="Noto Sans" panose="020B0604020202020204"/>
                <a:cs typeface="Noto Sans" panose="020B0604020202020204"/>
              </a:rPr>
              <a:t>Titelbild</a:t>
            </a:r>
            <a:r>
              <a:rPr lang="en-GB" sz="3200" dirty="0">
                <a:latin typeface="Noto Sans" panose="020B0604020202020204"/>
                <a:ea typeface="Noto Sans" panose="020B0604020202020204"/>
                <a:cs typeface="Noto Sans" panose="020B0604020202020204"/>
              </a:rPr>
              <a:t>: Lisa Haney / </a:t>
            </a:r>
            <a:r>
              <a:rPr lang="en-GB" sz="3200" dirty="0" err="1">
                <a:latin typeface="Noto Sans" panose="020B0604020202020204"/>
                <a:ea typeface="Noto Sans" panose="020B0604020202020204"/>
                <a:cs typeface="Noto Sans" panose="020B0604020202020204"/>
              </a:rPr>
              <a:t>shutterstock</a:t>
            </a:r>
            <a:endParaRPr lang="en-GB" sz="3200" dirty="0">
              <a:latin typeface="Noto Sans" panose="020B0604020202020204"/>
              <a:ea typeface="Noto Sans" panose="020B0604020202020204"/>
              <a:cs typeface="Noto Sans" panose="020B0604020202020204"/>
            </a:endParaRPr>
          </a:p>
          <a:p>
            <a:pPr marL="285750" indent="-285750">
              <a:lnSpc>
                <a:spcPct val="110000"/>
              </a:lnSpc>
              <a:buFont typeface="Arial" panose="020B0604020202020204" pitchFamily="34" charset="0"/>
              <a:buChar char="•"/>
            </a:pPr>
            <a:r>
              <a:rPr lang="en-GB" sz="3200" dirty="0">
                <a:latin typeface="Noto Sans" panose="020B0604020202020204"/>
                <a:ea typeface="Noto Sans" panose="020B0604020202020204"/>
                <a:cs typeface="Noto Sans" panose="020B0604020202020204"/>
              </a:rPr>
              <a:t>Deutsche Medien-Logos: Diverse </a:t>
            </a:r>
            <a:r>
              <a:rPr lang="en-GB" sz="3200" dirty="0" err="1">
                <a:latin typeface="Noto Sans" panose="020B0604020202020204"/>
                <a:ea typeface="Noto Sans" panose="020B0604020202020204"/>
                <a:cs typeface="Noto Sans" panose="020B0604020202020204"/>
              </a:rPr>
              <a:t>über</a:t>
            </a:r>
            <a:r>
              <a:rPr lang="en-GB" sz="3200" dirty="0">
                <a:latin typeface="Noto Sans" panose="020B0604020202020204"/>
                <a:ea typeface="Noto Sans" panose="020B0604020202020204"/>
                <a:cs typeface="Noto Sans" panose="020B0604020202020204"/>
              </a:rPr>
              <a:t> Wikimedia Commons /</a:t>
            </a:r>
            <a:r>
              <a:rPr lang="en-GB" sz="3200" dirty="0" err="1">
                <a:latin typeface="Noto Sans" panose="020B0604020202020204"/>
                <a:ea typeface="Noto Sans" panose="020B0604020202020204"/>
                <a:cs typeface="Noto Sans" panose="020B0604020202020204"/>
              </a:rPr>
              <a:t>gemeinfrei</a:t>
            </a:r>
            <a:endParaRPr lang="en-GB" sz="3200" dirty="0">
              <a:latin typeface="Noto Sans" panose="020B0604020202020204"/>
              <a:ea typeface="Noto Sans" panose="020B0604020202020204"/>
              <a:cs typeface="Noto Sans" panose="020B0604020202020204"/>
            </a:endParaRPr>
          </a:p>
          <a:p>
            <a:pPr marL="285750" indent="-285750">
              <a:lnSpc>
                <a:spcPct val="110000"/>
              </a:lnSpc>
              <a:buFont typeface="Arial" panose="020B0604020202020204" pitchFamily="34" charset="0"/>
              <a:buChar char="•"/>
            </a:pPr>
            <a:r>
              <a:rPr lang="en-GB" sz="3200" dirty="0">
                <a:latin typeface="Noto Sans" panose="020B0604020202020204"/>
                <a:ea typeface="Noto Sans" panose="020B0604020202020204"/>
                <a:cs typeface="Noto Sans" panose="020B0604020202020204"/>
              </a:rPr>
              <a:t>Social-Media-Logos:  Font Awesome / CC BY 4.0</a:t>
            </a:r>
          </a:p>
        </p:txBody>
      </p:sp>
      <p:grpSp>
        <p:nvGrpSpPr>
          <p:cNvPr id="6" name="Group 5">
            <a:extLst>
              <a:ext uri="{FF2B5EF4-FFF2-40B4-BE49-F238E27FC236}">
                <a16:creationId xmlns:a16="http://schemas.microsoft.com/office/drawing/2014/main" id="{BF828F4A-75D6-F087-5C76-914B23053D41}"/>
              </a:ext>
            </a:extLst>
          </p:cNvPr>
          <p:cNvGrpSpPr/>
          <p:nvPr/>
        </p:nvGrpSpPr>
        <p:grpSpPr>
          <a:xfrm>
            <a:off x="990600" y="540000"/>
            <a:ext cx="16268700" cy="613410"/>
            <a:chOff x="990600" y="540000"/>
            <a:chExt cx="16268700" cy="613410"/>
          </a:xfrm>
        </p:grpSpPr>
        <p:grpSp>
          <p:nvGrpSpPr>
            <p:cNvPr id="8" name="Group 3">
              <a:extLst>
                <a:ext uri="{FF2B5EF4-FFF2-40B4-BE49-F238E27FC236}">
                  <a16:creationId xmlns:a16="http://schemas.microsoft.com/office/drawing/2014/main" id="{BBA1F791-ABE4-DAA7-8036-999EDF1732B1}"/>
                </a:ext>
              </a:extLst>
            </p:cNvPr>
            <p:cNvGrpSpPr/>
            <p:nvPr/>
          </p:nvGrpSpPr>
          <p:grpSpPr>
            <a:xfrm>
              <a:off x="1028700" y="540000"/>
              <a:ext cx="16230600" cy="613410"/>
              <a:chOff x="0" y="142130"/>
              <a:chExt cx="21640800" cy="1642694"/>
            </a:xfrm>
          </p:grpSpPr>
          <p:sp>
            <p:nvSpPr>
              <p:cNvPr id="14" name="AutoShape 4">
                <a:extLst>
                  <a:ext uri="{FF2B5EF4-FFF2-40B4-BE49-F238E27FC236}">
                    <a16:creationId xmlns:a16="http://schemas.microsoft.com/office/drawing/2014/main" id="{F4932017-4331-2716-6362-EA1F42B76A3F}"/>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15" name="TextBox 5">
                <a:extLst>
                  <a:ext uri="{FF2B5EF4-FFF2-40B4-BE49-F238E27FC236}">
                    <a16:creationId xmlns:a16="http://schemas.microsoft.com/office/drawing/2014/main" id="{0051E72E-28AE-2B99-6707-F516888D618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13" name="TextBox 12">
              <a:extLst>
                <a:ext uri="{FF2B5EF4-FFF2-40B4-BE49-F238E27FC236}">
                  <a16:creationId xmlns:a16="http://schemas.microsoft.com/office/drawing/2014/main" id="{55483A53-317E-3CA3-9660-8F53BDB633E4}"/>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21</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8852873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BB0A-F061-7189-DFC0-2F2E54DA3C0E}"/>
            </a:ext>
          </a:extLst>
        </p:cNvPr>
        <p:cNvGrpSpPr/>
        <p:nvPr/>
      </p:nvGrpSpPr>
      <p:grpSpPr>
        <a:xfrm>
          <a:off x="0" y="0"/>
          <a:ext cx="0" cy="0"/>
          <a:chOff x="0" y="0"/>
          <a:chExt cx="0" cy="0"/>
        </a:xfrm>
      </p:grpSpPr>
      <p:sp>
        <p:nvSpPr>
          <p:cNvPr id="8" name="Freeform 8">
            <a:extLst>
              <a:ext uri="{FF2B5EF4-FFF2-40B4-BE49-F238E27FC236}">
                <a16:creationId xmlns:a16="http://schemas.microsoft.com/office/drawing/2014/main" id="{B347DF69-1FAE-886C-B53E-3375E935AE39}"/>
              </a:ext>
            </a:extLst>
          </p:cNvPr>
          <p:cNvSpPr/>
          <p:nvPr/>
        </p:nvSpPr>
        <p:spPr>
          <a:xfrm>
            <a:off x="13846763" y="5216304"/>
            <a:ext cx="8243080" cy="8243080"/>
          </a:xfrm>
          <a:custGeom>
            <a:avLst/>
            <a:gdLst/>
            <a:ahLst/>
            <a:cxnLst/>
            <a:rect l="l" t="t" r="r" b="b"/>
            <a:pathLst>
              <a:path w="8243080" h="8243080">
                <a:moveTo>
                  <a:pt x="0" y="0"/>
                </a:moveTo>
                <a:lnTo>
                  <a:pt x="8243079" y="0"/>
                </a:lnTo>
                <a:lnTo>
                  <a:pt x="8243079" y="8243080"/>
                </a:lnTo>
                <a:lnTo>
                  <a:pt x="0" y="8243080"/>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9" name="TextBox 9">
            <a:extLst>
              <a:ext uri="{FF2B5EF4-FFF2-40B4-BE49-F238E27FC236}">
                <a16:creationId xmlns:a16="http://schemas.microsoft.com/office/drawing/2014/main" id="{ECAE5A73-D304-BD9B-559B-46113FCC9B65}"/>
              </a:ext>
            </a:extLst>
          </p:cNvPr>
          <p:cNvSpPr txBox="1"/>
          <p:nvPr/>
        </p:nvSpPr>
        <p:spPr>
          <a:xfrm>
            <a:off x="1055266" y="1943100"/>
            <a:ext cx="16186545" cy="1228028"/>
          </a:xfrm>
          <a:prstGeom prst="rect">
            <a:avLst/>
          </a:prstGeom>
        </p:spPr>
        <p:txBody>
          <a:bodyPr lIns="0" tIns="0" rIns="0" bIns="0" rtlCol="0" anchor="t">
            <a:spAutoFit/>
          </a:bodyPr>
          <a:lstStyle/>
          <a:p>
            <a:pPr>
              <a:lnSpc>
                <a:spcPts val="5040"/>
              </a:lnSpc>
            </a:pPr>
            <a:r>
              <a:rPr lang="en-US" sz="3600" b="1" dirty="0" err="1">
                <a:latin typeface="Noto Sans Bold"/>
                <a:ea typeface="Noto Sans Bold"/>
                <a:cs typeface="Noto Sans Bold"/>
                <a:sym typeface="Noto Sans Bold"/>
              </a:rPr>
              <a:t>Vortrag</a:t>
            </a:r>
            <a:r>
              <a:rPr lang="en-US" sz="3600" b="1" dirty="0">
                <a:latin typeface="Noto Sans Bold"/>
                <a:ea typeface="Noto Sans Bold"/>
                <a:cs typeface="Noto Sans Bold"/>
                <a:sym typeface="Noto Sans Bold"/>
              </a:rPr>
              <a:t> und </a:t>
            </a:r>
            <a:r>
              <a:rPr lang="en-US" sz="3600" b="1" dirty="0" err="1">
                <a:latin typeface="Noto Sans Bold"/>
                <a:ea typeface="Noto Sans Bold"/>
                <a:cs typeface="Noto Sans Bold"/>
                <a:sym typeface="Noto Sans Bold"/>
              </a:rPr>
              <a:t>Präsentation</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sind</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abrufbar</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unter</a:t>
            </a:r>
            <a:r>
              <a:rPr lang="en-US" sz="3600" b="1" dirty="0">
                <a:latin typeface="Noto Sans Bold"/>
                <a:ea typeface="Noto Sans Bold"/>
                <a:cs typeface="Noto Sans Bold"/>
                <a:sym typeface="Noto Sans Bold"/>
              </a:rPr>
              <a:t>:</a:t>
            </a:r>
            <a:br>
              <a:rPr lang="en-US" sz="3600" b="1" dirty="0">
                <a:latin typeface="Noto Sans" panose="020B0604020202020204"/>
                <a:ea typeface="Noto Sans" panose="020B0604020202020204"/>
                <a:cs typeface="Noto Sans" panose="020B0604020202020204"/>
                <a:sym typeface="Noto Sans Bold"/>
              </a:rPr>
            </a:br>
            <a:r>
              <a:rPr lang="en-US" sz="3200" dirty="0">
                <a:latin typeface="Noto Sans" panose="020B0604020202020204"/>
                <a:ea typeface="Noto Sans" panose="020B0604020202020204"/>
                <a:cs typeface="Noto Sans" panose="020B0604020202020204"/>
                <a:sym typeface="Noto Sans Bold"/>
              </a:rPr>
              <a:t>https://github.com/fpodschwadek/demokratie-kompetenz-infrastruktur-tfpp-2026</a:t>
            </a:r>
            <a:endParaRPr lang="en-US" sz="3200" b="1" dirty="0">
              <a:latin typeface="Noto Sans Bold"/>
              <a:ea typeface="Noto Sans Bold"/>
              <a:cs typeface="Noto Sans Bold"/>
              <a:sym typeface="Noto Sans Bold"/>
            </a:endParaRPr>
          </a:p>
        </p:txBody>
      </p:sp>
      <p:grpSp>
        <p:nvGrpSpPr>
          <p:cNvPr id="2" name="Group 1">
            <a:extLst>
              <a:ext uri="{FF2B5EF4-FFF2-40B4-BE49-F238E27FC236}">
                <a16:creationId xmlns:a16="http://schemas.microsoft.com/office/drawing/2014/main" id="{A874D975-ACBC-5226-73E6-3785F3040D90}"/>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4C69852B-BE80-EEC3-997C-72FC14D25223}"/>
                </a:ext>
              </a:extLst>
            </p:cNvPr>
            <p:cNvGrpSpPr/>
            <p:nvPr/>
          </p:nvGrpSpPr>
          <p:grpSpPr>
            <a:xfrm>
              <a:off x="1028700" y="540000"/>
              <a:ext cx="16230600" cy="613410"/>
              <a:chOff x="0" y="142130"/>
              <a:chExt cx="21640800" cy="1642694"/>
            </a:xfrm>
          </p:grpSpPr>
          <p:sp>
            <p:nvSpPr>
              <p:cNvPr id="6" name="AutoShape 4">
                <a:extLst>
                  <a:ext uri="{FF2B5EF4-FFF2-40B4-BE49-F238E27FC236}">
                    <a16:creationId xmlns:a16="http://schemas.microsoft.com/office/drawing/2014/main" id="{A94C29DA-03FF-B7BA-6B60-CB8B8468CE39}"/>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7" name="TextBox 5">
                <a:extLst>
                  <a:ext uri="{FF2B5EF4-FFF2-40B4-BE49-F238E27FC236}">
                    <a16:creationId xmlns:a16="http://schemas.microsoft.com/office/drawing/2014/main" id="{05437025-DC42-CAB6-D013-A524B774746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5" name="TextBox 4">
              <a:extLst>
                <a:ext uri="{FF2B5EF4-FFF2-40B4-BE49-F238E27FC236}">
                  <a16:creationId xmlns:a16="http://schemas.microsoft.com/office/drawing/2014/main" id="{D11CA3B1-7E35-2A69-CBBB-9CDB7CD9638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pic>
        <p:nvPicPr>
          <p:cNvPr id="10" name="Graphic 9">
            <a:extLst>
              <a:ext uri="{FF2B5EF4-FFF2-40B4-BE49-F238E27FC236}">
                <a16:creationId xmlns:a16="http://schemas.microsoft.com/office/drawing/2014/main" id="{896C3660-09CC-5257-1E13-F6F7CFD7E2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2750" y="4229100"/>
            <a:ext cx="4762500" cy="4762500"/>
          </a:xfrm>
          <a:prstGeom prst="rect">
            <a:avLst/>
          </a:prstGeom>
        </p:spPr>
      </p:pic>
    </p:spTree>
    <p:extLst>
      <p:ext uri="{BB962C8B-B14F-4D97-AF65-F5344CB8AC3E}">
        <p14:creationId xmlns:p14="http://schemas.microsoft.com/office/powerpoint/2010/main" val="1148272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3373</TotalTime>
  <Words>864</Words>
  <Application>Microsoft Office PowerPoint</Application>
  <PresentationFormat>Custom</PresentationFormat>
  <Paragraphs>155</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Calibri</vt:lpstr>
      <vt:lpstr>Noto Sans Bold</vt:lpstr>
      <vt:lpstr>Noto Serif</vt:lpstr>
      <vt:lpstr>Noto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Vorlage_Präsentationen</dc:title>
  <dc:creator>Biebel, Lea</dc:creator>
  <cp:lastModifiedBy>Reviewer</cp:lastModifiedBy>
  <cp:revision>350</cp:revision>
  <dcterms:created xsi:type="dcterms:W3CDTF">2006-08-16T00:00:00Z</dcterms:created>
  <dcterms:modified xsi:type="dcterms:W3CDTF">2026-09-22T13:56:45Z</dcterms:modified>
  <dc:identifier>DAHHkxkHqxQ</dc:identifier>
</cp:coreProperties>
</file>