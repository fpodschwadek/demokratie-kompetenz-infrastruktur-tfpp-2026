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75" r:id="rId2"/>
    <p:sldId id="276" r:id="rId3"/>
    <p:sldId id="325" r:id="rId4"/>
    <p:sldId id="319" r:id="rId5"/>
    <p:sldId id="326" r:id="rId6"/>
    <p:sldId id="327" r:id="rId7"/>
    <p:sldId id="320" r:id="rId8"/>
    <p:sldId id="328" r:id="rId9"/>
    <p:sldId id="321" r:id="rId10"/>
    <p:sldId id="329" r:id="rId11"/>
    <p:sldId id="330" r:id="rId12"/>
    <p:sldId id="322" r:id="rId13"/>
    <p:sldId id="331" r:id="rId14"/>
    <p:sldId id="323" r:id="rId15"/>
    <p:sldId id="333" r:id="rId16"/>
    <p:sldId id="332" r:id="rId17"/>
    <p:sldId id="334" r:id="rId18"/>
    <p:sldId id="324" r:id="rId19"/>
    <p:sldId id="335" r:id="rId20"/>
    <p:sldId id="318" r:id="rId21"/>
    <p:sldId id="280" r:id="rId22"/>
    <p:sldId id="274" r:id="rId23"/>
  </p:sldIdLst>
  <p:sldSz cx="18288000" cy="10287000"/>
  <p:notesSz cx="6858000" cy="9144000"/>
  <p:embeddedFontLst>
    <p:embeddedFont>
      <p:font typeface="Noto Sans" panose="020B0502040504020204" pitchFamily="34" charset="0"/>
      <p:regular r:id="rId25"/>
      <p:bold r:id="rId26"/>
      <p:italic r:id="rId27"/>
      <p:boldItalic r:id="rId28"/>
    </p:embeddedFont>
    <p:embeddedFont>
      <p:font typeface="Noto Sans Bold" panose="020B0802040504020204" pitchFamily="34" charset="0"/>
      <p:regular r:id="rId29"/>
      <p:bold r:id="rId30"/>
    </p:embeddedFont>
    <p:embeddedFont>
      <p:font typeface="Noto Serif" panose="02020600060500020200" pitchFamily="18"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p15:clr>
            <a:srgbClr val="A4A3A4"/>
          </p15:clr>
        </p15:guide>
        <p15:guide id="3" orient="horz" pos="26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000000"/>
    <a:srgbClr val="93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476" y="60"/>
      </p:cViewPr>
      <p:guideLst>
        <p:guide pos="2880"/>
        <p:guide orient="horz" pos="266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2F91-5CC4-7C22-FE95-F9EC8347475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E7260E-2D99-552D-1229-1940E712757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8D2ACA6F-48FA-F56A-6442-6C4F4662533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50B08085-6E7D-69F7-1469-B4FCE9420C3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8F0B541-177F-DB4D-D111-2BE492DED8E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9B30E2A-8405-D910-412E-20B4405BB69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D943AA78-6C07-DE3B-F3C0-9CC101322E0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149576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16A0-EF16-B3C3-1C82-03C2B2E59D6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3E8E5F-D892-FA8B-00F6-0BF924FAC6A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7DF2042-A6DD-A249-9BA3-BAEED8F3DC2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9422516-ECDE-FC29-5318-74FBC3AB12F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4DDB70E-2A1D-777C-2166-9A212092E94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6B30E50-B4C5-692C-FE4B-9ABDA34104A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BD865F2-5A46-D887-2A11-9BA1B5A6DDF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82136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31FF-3C45-2818-DF1A-F7FB155058C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01E138-945A-6752-1101-0EBEB44B132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FDC1B78-271E-B252-54F0-53368E2B55C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C275EE4-A20E-4AC1-DD73-99117313301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C611158-5EB1-ADF6-FC6F-2EAAABCD65E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43C66EC-B6C4-3372-C449-33CC2B373F6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6C705A7-3EE4-F04B-8A42-D300246438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90760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EF71E-6A40-CEFA-C69C-55FCADC90C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389473-CE5A-A3C1-B472-6254B77B8E6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96E0460-91C4-1127-1A99-BE58694E223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6A56A76-68DC-BD84-B08B-5B7485C0AE6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94634D5-6723-454C-6C8E-DFF1741A6A0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209A189-F106-19CA-EA97-5ED08AD620E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2EE4C05-D7AC-1240-2BCD-06F552065B2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7737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9E182-075E-727C-FDB5-5FA2B34951D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46D4A5-96C4-495E-B095-D9A1717E46F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B50E51E-94BF-8234-878D-0803AC77AD7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86C037F-9F71-9EA0-C484-964B42CAE9C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E7CC32F-BBBE-53EF-53A3-C524E7275D1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311BCF9-A49D-03E7-57CA-2BAA01D715D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AA39647-E50D-F561-3BA8-61DCD6D7B1E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51719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78C3-940C-632C-6C50-C1A2155AC7B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939940-132D-73C1-319B-15742DD3596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DE119AB-2AD8-06C4-C132-3CDD9B24EF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FCEDECA-EE68-8784-C4AA-A570E3D8699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7259010-4213-58A9-1387-E6CF830B88D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C016D2B-B62D-CB2D-4C96-21CEF88ED8D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952B318-D4C3-B99B-EF07-982862AF0EE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9911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1CEDC-7A9E-D661-DCEE-1CD217729E8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0BD2B4-ED21-0741-F3FC-E6270CCC7DE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DC608CE-4389-BBAE-387E-C1C029A68C3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B449746-AEE2-6338-7E09-089463B8FE7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D070E83-824D-1DA4-C499-F9735831C68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746D3CA-5177-DA53-A9C7-0E1FFF8590D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7E1F9AA-75B1-D5D4-E73D-3647671ADF4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3427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AF6F4-0930-6A78-835E-4807DFA0FFB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906C26-E792-14FD-73AB-F3211799BEE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F564ECB-3A59-0142-4022-2B6E8EF3666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C9DD769-0F30-68F3-569E-7925DFF8EAB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3118E95-491B-FFFF-79D8-957B419116B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4796896-E697-D22D-0F3E-F89044C8D3B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FD75AB3-4996-59CE-899E-CF72A07CBD7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62372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492C1-5A1D-1453-CE61-BD31E697A50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D8EE9F-8D3D-7296-3DED-4A9095518D8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B5EFA60-4B8B-9BBC-AA4A-71895690A26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0EE845A-9DD5-2797-1D45-72BB3F76E93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0CEF764-374E-1A1C-A846-0AFF7D66C8A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DB0651B-6108-6B96-C71D-E8948F98EE9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0D2C237-5652-CFD7-6C89-4136EE6AFF9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30914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0786-6CB6-48B9-FC61-552EF05DA1E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100057-3D16-E1A4-8800-49C19A1D05F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8C02607-6C01-A9C9-A421-43BF9903E35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C62298D-C7F8-4DC0-3168-7CBBD58C2A2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E93A826-AA56-B29B-6AF8-29EC48E7F1E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F71B874F-88C4-F047-7023-44931FB957D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4FB9DD3-06B8-6960-95CF-FBD035C94CC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28380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58BBD-058B-28A9-3B24-FD198F5A4D6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DEFB35-7830-4DDB-B05F-8936A6EFE69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69CCE47-01E5-339A-E990-8E22B0BF8FF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28443C6-06B9-A172-CC29-A6338557CF6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842AC4E-0C66-F881-22DF-8EE06A7149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BA1D562-BE6D-FC83-F3CF-A1A222956AC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7E7E850-124C-C2D3-4F2A-0B0A36022CF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1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319F6-8879-884D-C1D1-0C8AD8D5FA9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E25682-B17A-7275-FDFC-2A94CE8B507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36A7602-D1B1-B42B-EB5E-5061986B887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6B53BAF-4E5F-9B65-D833-9205019AFFB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E38F881-4054-D1E6-1DD6-3C7247B74D0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05E87556-EBDA-8005-685B-CD4E0B88EF9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D0B7729-BB2E-2E8F-F965-F27DC496C1B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64091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85278-4E50-DD97-34E1-CB2B183421F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B729A8-3D34-E0D1-38A8-CD7DDBC86F8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F296364-BEA7-4A94-E2D0-6090EBF3601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318A355-4636-0D7B-A312-3443CCAC4AF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D10B31B-F464-78BE-E61E-5B4FF15BAE7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0A94EB6-0177-A549-6D0C-63C50A406CC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0F8C00A-AB36-8AA0-FE5B-6AD9736B9D0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02654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8F7B4-1F81-43A7-A7AE-4A0F310B4CE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561687-F324-8CB6-09C6-43975A7B73C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4F0B83C-F3B0-B7BB-7074-4DDF47A31BA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CEE6901-1A7F-1F39-AC8E-78A7093A2D1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38C135F-377F-358E-B747-B3C056B2497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C295B47-F429-B766-CEF2-6832DF13484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EEF26C4-0FEA-1253-5715-FE967C27B7C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56438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4F00C-9B94-A74A-37DC-A7D1B8FE9AC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FF582E-A3AA-E343-644D-35A09A1ED99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ADB3473-0855-3629-1E07-43E1E5BA467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8DA068-0F60-6DAD-7640-E19FB2FBAD5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B390F06-8766-555D-FC89-EA1CC480088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7F9FF08-30A6-3DD3-7B69-77C4FDA7B97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F64A2F3-2242-4BB1-4D9A-BEA9CEDE21C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8550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49758-8C8B-C945-52AA-F74F4C009A5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C45BE9-CDDF-DE6D-2451-D3D1D6FEC7D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82446DD-DA50-17F0-D350-2E321E900B9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C5D8E95-33AA-9A97-9573-CF4BEE59ACC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1149D40-0264-2BFB-6F87-AA9C27BD9B7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BEB9302-3C91-9BEF-CEB0-166C66DFBD9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211705F-0D1B-A8B1-2EC0-95A1D6AE2E8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60243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57EF-1B0B-EA22-CD19-B353E574163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4EEE28-6C3A-473F-E074-3FB8FF66925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D639CED-CC41-9A87-C3DA-E3587E0B936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E4198FF-CA17-9828-7BF1-8F5588440F1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88479C2-DB95-EB21-8EA0-1327152F334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4981D1F-26DC-8CC2-D551-70717C47791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7588EA8-DAE1-98D5-AA8C-F13E707352F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05533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545E1-1E15-80FA-ED4C-6A1C7480A79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CDA57-3954-D5F2-2E5B-D009D5163F1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068A7AC-2C76-331D-4179-1C9B949EDEE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9072541-55DB-E09C-8694-59B996B28E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B48BF63-FD96-DA27-4AA7-A4184324C97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F7490685-CE13-41F8-C245-572C6689D84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2E78E7A-1480-B1F9-1685-67E307EA898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199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5154B-96F5-4966-7D38-CDF33273265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7B2B448-45EC-054D-C8B4-4FF0430F617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D7ABD06-BB20-F828-CC48-0D559D2F243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83DB4A2-8B4C-9028-4B53-00091B861C5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2DBE145-A1A5-E87E-2F3A-B098BBA600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326E0A75-1130-A452-7D89-72A37B21E5F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BA8AD8B-3232-AD51-889F-122968AC2CA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92851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1DFDD-9AFB-68C5-29D5-19B09DF246C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2CCE5E-1506-99BA-9D61-AC43FBEF54E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3DC7240-AE15-A759-B445-4BE6F6F28F1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100D7D8-9FE8-26A8-3C52-31C46A74973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93E6BAD-6881-1922-0301-F1375C403F1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FA43E7C-5F89-5957-7674-7AADB8BFC22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767C67E-38B2-7A4F-8E48-FEF6A8867BB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83354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C82B5-4DC7-DB91-90C0-876803C9772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57727E-397E-7D7E-DC5E-824632AA015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907345B-CA84-5EB2-94C7-41068E03CCA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A64832-5D73-4C24-A100-6528A8CB2A0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56C758F-AB1A-1AA3-DEB7-57B5600F76F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6501048-AD37-4E8F-51B2-E94F59631BC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DBF54B5-ADE1-AD73-5D08-89AA84DF569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6597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1A681-8D4D-2BF0-829B-6D2BF7900B4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45351D-CD6A-F596-8E5C-0225096BE6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7179A9B-53FB-CAD9-2975-BB7A755F431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1DF8A32-BF92-B96C-6F12-61C787779BC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BB382D4-F76D-1AA5-E510-87C2BD79DB9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57864D2C-0F1F-3217-17D8-787DCEB052A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61FF754-7800-7954-8E5D-B9E46F5D2D1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17768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6.svg"/><Relationship Id="rId4" Type="http://schemas.openxmlformats.org/officeDocument/2006/relationships/image" Target="../media/image10.svg"/><Relationship Id="rId9"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3.svg"/><Relationship Id="rId3" Type="http://schemas.openxmlformats.org/officeDocument/2006/relationships/image" Target="../media/image3.svg"/><Relationship Id="rId7" Type="http://schemas.openxmlformats.org/officeDocument/2006/relationships/image" Target="../media/image18.svg"/><Relationship Id="rId12" Type="http://schemas.openxmlformats.org/officeDocument/2006/relationships/image" Target="../media/image22.svg"/><Relationship Id="rId2" Type="http://schemas.openxmlformats.org/officeDocument/2006/relationships/notesSlide" Target="../notesSlides/notesSlide10.xml"/><Relationship Id="rId16"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1.svg"/><Relationship Id="rId5" Type="http://schemas.openxmlformats.org/officeDocument/2006/relationships/image" Target="../media/image16.svg"/><Relationship Id="rId15" Type="http://schemas.openxmlformats.org/officeDocument/2006/relationships/image" Target="../media/image25.sv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20.svg"/><Relationship Id="rId14" Type="http://schemas.openxmlformats.org/officeDocument/2006/relationships/image" Target="../media/image24.svg"/></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31.svg"/><Relationship Id="rId3" Type="http://schemas.openxmlformats.org/officeDocument/2006/relationships/image" Target="../media/image3.svg"/><Relationship Id="rId7" Type="http://schemas.openxmlformats.org/officeDocument/2006/relationships/image" Target="../media/image19.svg"/><Relationship Id="rId12" Type="http://schemas.openxmlformats.org/officeDocument/2006/relationships/image" Target="../media/image30.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29.svg"/><Relationship Id="rId5" Type="http://schemas.openxmlformats.org/officeDocument/2006/relationships/image" Target="../media/image17.svg"/><Relationship Id="rId10" Type="http://schemas.openxmlformats.org/officeDocument/2006/relationships/image" Target="../media/image28.svg"/><Relationship Id="rId4" Type="http://schemas.openxmlformats.org/officeDocument/2006/relationships/image" Target="../media/image16.svg"/><Relationship Id="rId9" Type="http://schemas.openxmlformats.org/officeDocument/2006/relationships/image" Target="../media/image27.svg"/><Relationship Id="rId14"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6.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3.svg"/><Relationship Id="rId7" Type="http://schemas.openxmlformats.org/officeDocument/2006/relationships/image" Target="../media/image37.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6.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svg"/><Relationship Id="rId7" Type="http://schemas.openxmlformats.org/officeDocument/2006/relationships/image" Target="../media/image38.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hyperlink" Target="https://doi.org/10.14361/9783839458273" TargetMode="External"/><Relationship Id="rId3" Type="http://schemas.openxmlformats.org/officeDocument/2006/relationships/image" Target="../media/image3.svg"/><Relationship Id="rId7" Type="http://schemas.openxmlformats.org/officeDocument/2006/relationships/hyperlink" Target="https://doi.org/10.7208/chicago/9780226826318.001.0001" TargetMode="External"/><Relationship Id="rId12" Type="http://schemas.openxmlformats.org/officeDocument/2006/relationships/hyperlink" Target="https://doi.org/10.1177/02632764221103527"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doi.org/10.1093/oxfordhb/9780199959303.013.0012" TargetMode="External"/><Relationship Id="rId11" Type="http://schemas.openxmlformats.org/officeDocument/2006/relationships/hyperlink" Target="https://doi.org/10.14763/2020.4.1532" TargetMode="External"/><Relationship Id="rId5" Type="http://schemas.openxmlformats.org/officeDocument/2006/relationships/hyperlink" Target="https://doi.org/10.1093/019924989X.003.0004" TargetMode="External"/><Relationship Id="rId10" Type="http://schemas.openxmlformats.org/officeDocument/2006/relationships/hyperlink" Target="https://doi.org/10.1007/978-3-658-22265-9_12" TargetMode="External"/><Relationship Id="rId4" Type="http://schemas.openxmlformats.org/officeDocument/2006/relationships/hyperlink" Target="https://doi.org/10.4324/9781003148012" TargetMode="External"/><Relationship Id="rId9" Type="http://schemas.openxmlformats.org/officeDocument/2006/relationships/hyperlink" Target="https://doi.org/10.5771/9783748912187-365"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958E9A-32A2-8C6E-6F48-08E25C2DF0FA}"/>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86BF52D5-3473-6CC8-F8DA-1EE759DB4A9B}"/>
              </a:ext>
            </a:extLst>
          </p:cNvPr>
          <p:cNvSpPr/>
          <p:nvPr/>
        </p:nvSpPr>
        <p:spPr>
          <a:xfrm>
            <a:off x="8353446" y="5298883"/>
            <a:ext cx="8639154" cy="13784"/>
          </a:xfrm>
          <a:prstGeom prst="line">
            <a:avLst/>
          </a:prstGeom>
          <a:ln w="28575" cap="rnd">
            <a:solidFill>
              <a:srgbClr val="333333"/>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a:extLst>
              <a:ext uri="{FF2B5EF4-FFF2-40B4-BE49-F238E27FC236}">
                <a16:creationId xmlns:a16="http://schemas.microsoft.com/office/drawing/2014/main" id="{D0AAC773-465F-9F3A-A0A0-E9510FFDDA81}"/>
              </a:ext>
            </a:extLst>
          </p:cNvPr>
          <p:cNvSpPr txBox="1"/>
          <p:nvPr/>
        </p:nvSpPr>
        <p:spPr>
          <a:xfrm>
            <a:off x="8305800" y="1181100"/>
            <a:ext cx="8686800" cy="2215991"/>
          </a:xfrm>
          <a:prstGeom prst="rect">
            <a:avLst/>
          </a:prstGeom>
        </p:spPr>
        <p:txBody>
          <a:bodyPr wrap="square" lIns="0" tIns="0" rIns="0" bIns="0" rtlCol="0" anchor="t">
            <a:spAutoFit/>
          </a:bodyPr>
          <a:lstStyle/>
          <a:p>
            <a:pPr lvl="0">
              <a:defRPr/>
            </a:pPr>
            <a:r>
              <a:rPr lang="de-DE" sz="4800" dirty="0">
                <a:latin typeface="Noto Serif"/>
                <a:ea typeface="Noto Serif"/>
                <a:cs typeface="Noto Serif"/>
                <a:sym typeface="Noto Serif"/>
              </a:rPr>
              <a:t>Bürgerliche Kompetenz in der neuen Infrastruktur der Demokratie</a:t>
            </a:r>
            <a:endParaRPr kumimoji="0" lang="en-US" sz="4800" b="0" i="0" u="none" strike="noStrike" kern="1200" cap="none" spc="0" normalizeH="0" baseline="0" noProof="0" dirty="0">
              <a:ln>
                <a:noFill/>
              </a:ln>
              <a:effectLst/>
              <a:uLnTx/>
              <a:uFillTx/>
              <a:latin typeface="Noto Serif"/>
              <a:ea typeface="Noto Serif"/>
              <a:cs typeface="Noto Serif"/>
              <a:sym typeface="Noto Serif"/>
            </a:endParaRPr>
          </a:p>
        </p:txBody>
      </p:sp>
      <p:sp>
        <p:nvSpPr>
          <p:cNvPr id="6" name="TextBox 6">
            <a:extLst>
              <a:ext uri="{FF2B5EF4-FFF2-40B4-BE49-F238E27FC236}">
                <a16:creationId xmlns:a16="http://schemas.microsoft.com/office/drawing/2014/main" id="{FBB9831F-7F11-0A06-9FEB-ADC76B372AE6}"/>
              </a:ext>
            </a:extLst>
          </p:cNvPr>
          <p:cNvSpPr txBox="1"/>
          <p:nvPr/>
        </p:nvSpPr>
        <p:spPr>
          <a:xfrm>
            <a:off x="8305800" y="3606250"/>
            <a:ext cx="8639154" cy="1086772"/>
          </a:xfrm>
          <a:prstGeom prst="rect">
            <a:avLst/>
          </a:prstGeom>
        </p:spPr>
        <p:txBody>
          <a:bodyPr wrap="square" lIns="0" tIns="0" rIns="0" bIns="0" rtlCol="0" anchor="t">
            <a:spAutoFit/>
          </a:bodyPr>
          <a:lstStyle/>
          <a:p>
            <a:pPr>
              <a:lnSpc>
                <a:spcPts val="4392"/>
              </a:lnSpc>
              <a:spcBef>
                <a:spcPct val="0"/>
              </a:spcBef>
            </a:pPr>
            <a:r>
              <a:rPr lang="de-DE" sz="3000" spc="57" dirty="0">
                <a:latin typeface="Noto Sans"/>
                <a:ea typeface="Noto Sans"/>
                <a:cs typeface="Noto Sans"/>
                <a:sym typeface="Noto Sans"/>
              </a:rPr>
              <a:t>Die politischen Spannungsverhältnisse verschiedener Ebenen digitaler Souveränität</a:t>
            </a:r>
            <a:endParaRPr lang="en-US" sz="3000" spc="57" dirty="0">
              <a:latin typeface="Noto Sans"/>
              <a:ea typeface="Noto Sans"/>
              <a:cs typeface="Noto Sans"/>
              <a:sym typeface="Noto Sans"/>
            </a:endParaRPr>
          </a:p>
        </p:txBody>
      </p:sp>
      <p:sp>
        <p:nvSpPr>
          <p:cNvPr id="10" name="TextBox 10">
            <a:extLst>
              <a:ext uri="{FF2B5EF4-FFF2-40B4-BE49-F238E27FC236}">
                <a16:creationId xmlns:a16="http://schemas.microsoft.com/office/drawing/2014/main" id="{E5BB4D9A-F5DE-CB56-8FD4-D825F924F262}"/>
              </a:ext>
            </a:extLst>
          </p:cNvPr>
          <p:cNvSpPr txBox="1"/>
          <p:nvPr/>
        </p:nvSpPr>
        <p:spPr>
          <a:xfrm rot="5400000">
            <a:off x="5976000" y="9036000"/>
            <a:ext cx="2052000" cy="333425"/>
          </a:xfrm>
          <a:prstGeom prst="rect">
            <a:avLst/>
          </a:prstGeom>
        </p:spPr>
        <p:txBody>
          <a:bodyPr wrap="square" lIns="0" tIns="0" rIns="0" bIns="0" rtlCol="0" anchor="t">
            <a:spAutoFit/>
          </a:bodyPr>
          <a:lstStyle/>
          <a:p>
            <a:pPr lvl="0">
              <a:lnSpc>
                <a:spcPts val="1320"/>
              </a:lnSpc>
              <a:defRPr/>
            </a:pPr>
            <a:r>
              <a:rPr kumimoji="0" lang="en-US" sz="1200" b="0" i="0" u="none" strike="noStrike" kern="1200" cap="none" spc="19" normalizeH="0" baseline="0" noProof="0" dirty="0">
                <a:ln>
                  <a:noFill/>
                </a:ln>
                <a:solidFill>
                  <a:srgbClr val="333333"/>
                </a:solidFill>
                <a:effectLst/>
                <a:uLnTx/>
                <a:uFillTx/>
                <a:latin typeface="Noto Sans"/>
                <a:ea typeface="Noto Sans"/>
                <a:cs typeface="Noto Sans"/>
                <a:sym typeface="Noto Sans"/>
              </a:rPr>
              <a:t>© </a:t>
            </a:r>
            <a:r>
              <a:rPr lang="en-US" sz="1200" spc="19" dirty="0">
                <a:solidFill>
                  <a:srgbClr val="333333"/>
                </a:solidFill>
                <a:latin typeface="Noto Sans"/>
                <a:ea typeface="Noto Sans"/>
                <a:cs typeface="Noto Sans"/>
                <a:sym typeface="Noto Sans"/>
              </a:rPr>
              <a:t>Lisa Haney / </a:t>
            </a:r>
            <a:r>
              <a:rPr lang="en-US" sz="1200" spc="19" dirty="0" err="1">
                <a:solidFill>
                  <a:srgbClr val="333333"/>
                </a:solidFill>
                <a:latin typeface="Noto Sans"/>
                <a:ea typeface="Noto Sans"/>
                <a:cs typeface="Noto Sans"/>
                <a:sym typeface="Noto Sans"/>
              </a:rPr>
              <a:t>shutterstock</a:t>
            </a:r>
            <a:endParaRPr kumimoji="0" lang="en-US" sz="1200" b="0" i="0" u="none" strike="noStrike" kern="1200" cap="none" spc="19" normalizeH="0" baseline="0" noProof="0" dirty="0">
              <a:ln>
                <a:noFill/>
              </a:ln>
              <a:solidFill>
                <a:srgbClr val="333333"/>
              </a:solidFill>
              <a:effectLst/>
              <a:uLnTx/>
              <a:uFillTx/>
              <a:latin typeface="Noto Sans"/>
              <a:ea typeface="Noto Sans"/>
              <a:cs typeface="Noto Sans"/>
              <a:sym typeface="Noto Sans"/>
            </a:endParaRPr>
          </a:p>
        </p:txBody>
      </p:sp>
      <p:sp>
        <p:nvSpPr>
          <p:cNvPr id="15" name="Rectangle 14">
            <a:extLst>
              <a:ext uri="{FF2B5EF4-FFF2-40B4-BE49-F238E27FC236}">
                <a16:creationId xmlns:a16="http://schemas.microsoft.com/office/drawing/2014/main" id="{58D6F5D0-B4E1-1A34-7D1F-998E6A59E397}"/>
              </a:ext>
            </a:extLst>
          </p:cNvPr>
          <p:cNvSpPr>
            <a:spLocks noChangeAspect="1"/>
          </p:cNvSpPr>
          <p:nvPr/>
        </p:nvSpPr>
        <p:spPr>
          <a:xfrm>
            <a:off x="600" y="0"/>
            <a:ext cx="6933600" cy="10288800"/>
          </a:xfrm>
          <a:prstGeom prst="rect">
            <a:avLst/>
          </a:prstGeom>
          <a:blipFill>
            <a:blip r:embed="rId3" cstate="print">
              <a:extLst>
                <a:ext uri="{28A0092B-C50C-407E-A947-70E740481C1C}">
                  <a14:useLocalDpi xmlns:a14="http://schemas.microsoft.com/office/drawing/2010/main" val="0"/>
                </a:ext>
              </a:extLst>
            </a:blip>
            <a:srcRect/>
            <a:stretch>
              <a:fillRect l="-6602" t="-504" r="-6594" b="-49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9">
            <a:extLst>
              <a:ext uri="{FF2B5EF4-FFF2-40B4-BE49-F238E27FC236}">
                <a16:creationId xmlns:a16="http://schemas.microsoft.com/office/drawing/2014/main" id="{1FCB90BF-C28B-5C2D-54B3-E605A6AD170E}"/>
              </a:ext>
            </a:extLst>
          </p:cNvPr>
          <p:cNvSpPr txBox="1"/>
          <p:nvPr/>
        </p:nvSpPr>
        <p:spPr>
          <a:xfrm>
            <a:off x="8353446" y="5930390"/>
            <a:ext cx="8591508" cy="861774"/>
          </a:xfrm>
          <a:prstGeom prst="rect">
            <a:avLst/>
          </a:prstGeom>
        </p:spPr>
        <p:txBody>
          <a:bodyPr wrap="square" lIns="0" tIns="0" rIns="0" bIns="0" rtlCol="0" anchor="t">
            <a:spAutoFit/>
          </a:bodyPr>
          <a:lstStyle/>
          <a:p>
            <a:pPr marL="0" marR="0" lvl="0" indent="0" defTabSz="914400" rtl="0" eaLnBrk="1" fontAlgn="auto" latinLnBrk="0" hangingPunct="1">
              <a:spcBef>
                <a:spcPts val="0"/>
              </a:spcBef>
              <a:spcAft>
                <a:spcPts val="0"/>
              </a:spcAft>
              <a:buClrTx/>
              <a:buSzTx/>
              <a:buFontTx/>
              <a:buNone/>
              <a:tabLst/>
              <a:defRPr/>
            </a:pPr>
            <a:r>
              <a:rPr kumimoji="0" lang="en-US" sz="3200" b="0" i="0" u="none" strike="noStrike" kern="1200" cap="none" spc="38" normalizeH="0" baseline="0" noProof="0" dirty="0">
                <a:ln>
                  <a:noFill/>
                </a:ln>
                <a:effectLst/>
                <a:uLnTx/>
                <a:uFillTx/>
                <a:latin typeface="Noto Sans"/>
                <a:ea typeface="Noto Sans"/>
                <a:cs typeface="Noto Sans"/>
                <a:sym typeface="Noto Sans"/>
              </a:rPr>
              <a:t>Frodo Podschwadek</a:t>
            </a:r>
          </a:p>
          <a:p>
            <a:pPr marL="0" marR="0" lvl="0" indent="0" defTabSz="914400" rtl="0" eaLnBrk="1" fontAlgn="auto" latinLnBrk="0" hangingPunct="1">
              <a:spcBef>
                <a:spcPts val="0"/>
              </a:spcBef>
              <a:spcAft>
                <a:spcPts val="0"/>
              </a:spcAft>
              <a:buClrTx/>
              <a:buSzTx/>
              <a:buFontTx/>
              <a:buNone/>
              <a:tabLst/>
              <a:defRPr/>
            </a:pPr>
            <a:r>
              <a:rPr lang="en-US" sz="2400" spc="38">
                <a:latin typeface="Noto Sans"/>
                <a:ea typeface="Noto Sans"/>
                <a:cs typeface="Noto Sans"/>
                <a:sym typeface="Noto Sans"/>
              </a:rPr>
              <a:t>Akademie </a:t>
            </a:r>
            <a:r>
              <a:rPr lang="en-US" sz="2400" spc="38" dirty="0">
                <a:latin typeface="Noto Sans"/>
                <a:ea typeface="Noto Sans"/>
                <a:cs typeface="Noto Sans"/>
                <a:sym typeface="Noto Sans"/>
              </a:rPr>
              <a:t>der </a:t>
            </a:r>
            <a:r>
              <a:rPr lang="en-US" sz="2400" spc="38" dirty="0" err="1">
                <a:latin typeface="Noto Sans"/>
                <a:ea typeface="Noto Sans"/>
                <a:cs typeface="Noto Sans"/>
                <a:sym typeface="Noto Sans"/>
              </a:rPr>
              <a:t>Wissenschaften</a:t>
            </a:r>
            <a:r>
              <a:rPr lang="en-US" sz="2400" spc="38" dirty="0">
                <a:latin typeface="Noto Sans"/>
                <a:ea typeface="Noto Sans"/>
                <a:cs typeface="Noto Sans"/>
                <a:sym typeface="Noto Sans"/>
              </a:rPr>
              <a:t> und der </a:t>
            </a:r>
            <a:r>
              <a:rPr lang="en-US" sz="2400" spc="38" dirty="0" err="1">
                <a:latin typeface="Noto Sans"/>
                <a:ea typeface="Noto Sans"/>
                <a:cs typeface="Noto Sans"/>
                <a:sym typeface="Noto Sans"/>
              </a:rPr>
              <a:t>Literatur</a:t>
            </a:r>
            <a:r>
              <a:rPr lang="en-US" sz="2400" spc="38" dirty="0">
                <a:latin typeface="Noto Sans"/>
                <a:ea typeface="Noto Sans"/>
                <a:cs typeface="Noto Sans"/>
                <a:sym typeface="Noto Sans"/>
              </a:rPr>
              <a:t> | Mainz</a:t>
            </a:r>
            <a:endParaRPr kumimoji="0" lang="en-US" sz="2400" b="0" i="0" u="none" strike="noStrike" kern="1200" cap="none" spc="38" normalizeH="0" baseline="0" noProof="0" dirty="0">
              <a:ln>
                <a:noFill/>
              </a:ln>
              <a:effectLst/>
              <a:uLnTx/>
              <a:uFillTx/>
              <a:latin typeface="Noto Sans"/>
              <a:ea typeface="Noto Sans"/>
              <a:cs typeface="Noto Sans"/>
              <a:sym typeface="Noto Sans"/>
            </a:endParaRPr>
          </a:p>
        </p:txBody>
      </p:sp>
      <p:sp>
        <p:nvSpPr>
          <p:cNvPr id="19" name="Freeform 7">
            <a:extLst>
              <a:ext uri="{FF2B5EF4-FFF2-40B4-BE49-F238E27FC236}">
                <a16:creationId xmlns:a16="http://schemas.microsoft.com/office/drawing/2014/main" id="{C45FAFD1-6AB5-3856-0407-8A83434527B8}"/>
              </a:ext>
            </a:extLst>
          </p:cNvPr>
          <p:cNvSpPr/>
          <p:nvPr/>
        </p:nvSpPr>
        <p:spPr>
          <a:xfrm>
            <a:off x="14832600" y="7658100"/>
            <a:ext cx="2160000" cy="2160000"/>
          </a:xfrm>
          <a:custGeom>
            <a:avLst/>
            <a:gdLst/>
            <a:ahLst/>
            <a:cxnLst/>
            <a:rect l="l" t="t" r="r" b="b"/>
            <a:pathLst>
              <a:path w="1405247" h="1405247">
                <a:moveTo>
                  <a:pt x="0" y="0"/>
                </a:moveTo>
                <a:lnTo>
                  <a:pt x="1405247" y="0"/>
                </a:lnTo>
                <a:lnTo>
                  <a:pt x="1405247" y="1405247"/>
                </a:lnTo>
                <a:lnTo>
                  <a:pt x="0" y="1405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dirty="0"/>
          </a:p>
        </p:txBody>
      </p:sp>
    </p:spTree>
    <p:extLst>
      <p:ext uri="{BB962C8B-B14F-4D97-AF65-F5344CB8AC3E}">
        <p14:creationId xmlns:p14="http://schemas.microsoft.com/office/powerpoint/2010/main" val="245637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52905-2901-7349-9109-380CD380FE3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4A602E6-321B-F2FD-1D4F-DBC8398BF3F1}"/>
              </a:ext>
            </a:extLst>
          </p:cNvPr>
          <p:cNvSpPr txBox="1"/>
          <p:nvPr/>
        </p:nvSpPr>
        <p:spPr>
          <a:xfrm>
            <a:off x="1028700" y="1943100"/>
            <a:ext cx="16213111" cy="1231106"/>
          </a:xfrm>
          <a:prstGeom prst="rect">
            <a:avLst/>
          </a:prstGeom>
        </p:spPr>
        <p:txBody>
          <a:bodyPr lIns="0" tIns="0" rIns="0" bIns="0" rtlCol="0" anchor="t">
            <a:spAutoFit/>
          </a:bodyPr>
          <a:lstStyle/>
          <a:p>
            <a:pPr>
              <a:lnSpc>
                <a:spcPts val="9600"/>
              </a:lnSpc>
            </a:pPr>
            <a:r>
              <a:rPr lang="en-US" sz="8000" dirty="0">
                <a:latin typeface="Noto Serif"/>
                <a:ea typeface="Noto Serif"/>
                <a:cs typeface="Noto Serif"/>
                <a:sym typeface="Noto Serif"/>
              </a:rPr>
              <a:t>Der </a:t>
            </a:r>
            <a:r>
              <a:rPr lang="en-US" sz="8000" dirty="0" err="1">
                <a:latin typeface="Noto Serif"/>
                <a:ea typeface="Noto Serif"/>
                <a:cs typeface="Noto Serif"/>
                <a:sym typeface="Noto Serif"/>
              </a:rPr>
              <a:t>Begriff</a:t>
            </a:r>
            <a:r>
              <a:rPr lang="en-US" sz="8000" dirty="0">
                <a:latin typeface="Noto Serif"/>
                <a:ea typeface="Noto Serif"/>
                <a:cs typeface="Noto Serif"/>
                <a:sym typeface="Noto Serif"/>
              </a:rPr>
              <a:t> der </a:t>
            </a:r>
            <a:r>
              <a:rPr lang="en-US" sz="8000" dirty="0" err="1">
                <a:latin typeface="Noto Serif"/>
                <a:ea typeface="Noto Serif"/>
                <a:cs typeface="Noto Serif"/>
                <a:sym typeface="Noto Serif"/>
              </a:rPr>
              <a:t>Souveränität</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F6163116-1AA0-4C40-0C24-F182FB9A8F96}"/>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25DCB4D2-B16E-142C-98EA-A0A10F071BD0}"/>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E3AF0339-8C4E-66ED-3967-B5B11D410C4C}"/>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476CAC57-1BD4-C4C0-5677-180823C0F8E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5EE3E078-B3BA-5EB4-DA92-9BA1029E428D}"/>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9339E602-FE6B-50AF-904B-F39AF78DAA5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72516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2FA6-5266-914D-E41B-D2C6FA283D1E}"/>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536E2AF1-61C0-1561-D86C-0170EDEB36E7}"/>
              </a:ext>
            </a:extLst>
          </p:cNvPr>
          <p:cNvSpPr/>
          <p:nvPr/>
        </p:nvSpPr>
        <p:spPr>
          <a:xfrm>
            <a:off x="10609708" y="3909499"/>
            <a:ext cx="5655731" cy="4796217"/>
          </a:xfrm>
          <a:prstGeom prst="rect">
            <a:avLst/>
          </a:prstGeom>
          <a:solidFill>
            <a:schemeClr val="accent2">
              <a:alpha val="10000"/>
            </a:schemeClr>
          </a:solid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188D7645-D6CD-C515-2D5C-4D2BB477EA2D}"/>
              </a:ext>
            </a:extLst>
          </p:cNvPr>
          <p:cNvSpPr/>
          <p:nvPr/>
        </p:nvSpPr>
        <p:spPr>
          <a:xfrm>
            <a:off x="2506647" y="4350665"/>
            <a:ext cx="5825630" cy="1466072"/>
          </a:xfrm>
          <a:prstGeom prst="rect">
            <a:avLst/>
          </a:prstGeom>
          <a:solidFill>
            <a:schemeClr val="accent2">
              <a:alpha val="10000"/>
            </a:schemeClr>
          </a:solid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10">
            <a:extLst>
              <a:ext uri="{FF2B5EF4-FFF2-40B4-BE49-F238E27FC236}">
                <a16:creationId xmlns:a16="http://schemas.microsoft.com/office/drawing/2014/main" id="{DE8CAE30-95C8-7B1D-3715-42D8E60C13DF}"/>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3335D9E3-917D-0EA7-3AC6-B3E1156738EA}"/>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EBCC54F4-52D5-A99A-E497-9DCBB1C5A573}"/>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60C1029D-8486-9CD4-5769-58DC37D6CF7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54813D5A-F4E3-C7FE-46B0-42DEE4676706}"/>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908FF052-1B01-CC1F-8F9E-A173B7D8CE36}"/>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
        <p:nvSpPr>
          <p:cNvPr id="9" name="Rectangle 8">
            <a:extLst>
              <a:ext uri="{FF2B5EF4-FFF2-40B4-BE49-F238E27FC236}">
                <a16:creationId xmlns:a16="http://schemas.microsoft.com/office/drawing/2014/main" id="{6CA66985-4AC6-0E42-EAE5-3C367D0035A6}"/>
              </a:ext>
            </a:extLst>
          </p:cNvPr>
          <p:cNvSpPr/>
          <p:nvPr/>
        </p:nvSpPr>
        <p:spPr>
          <a:xfrm>
            <a:off x="2954585" y="2171701"/>
            <a:ext cx="3234830" cy="914399"/>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Souveränität</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2" name="Rectangle 11">
            <a:extLst>
              <a:ext uri="{FF2B5EF4-FFF2-40B4-BE49-F238E27FC236}">
                <a16:creationId xmlns:a16="http://schemas.microsoft.com/office/drawing/2014/main" id="{C8A4C3A7-860F-0F4E-776C-87AC9EFB7B5B}"/>
              </a:ext>
            </a:extLst>
          </p:cNvPr>
          <p:cNvSpPr/>
          <p:nvPr/>
        </p:nvSpPr>
        <p:spPr>
          <a:xfrm>
            <a:off x="2995945" y="4626502"/>
            <a:ext cx="3234830" cy="914399"/>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rPr>
              <a:t>territorial</a:t>
            </a:r>
          </a:p>
        </p:txBody>
      </p:sp>
      <p:sp>
        <p:nvSpPr>
          <p:cNvPr id="14" name="Rectangle 13">
            <a:extLst>
              <a:ext uri="{FF2B5EF4-FFF2-40B4-BE49-F238E27FC236}">
                <a16:creationId xmlns:a16="http://schemas.microsoft.com/office/drawing/2014/main" id="{E6AFB32F-E4D3-9549-8B6A-4458926F8D49}"/>
              </a:ext>
            </a:extLst>
          </p:cNvPr>
          <p:cNvSpPr/>
          <p:nvPr/>
        </p:nvSpPr>
        <p:spPr>
          <a:xfrm>
            <a:off x="2995945" y="7025137"/>
            <a:ext cx="3234830" cy="914399"/>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persönlich</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15">
            <a:extLst>
              <a:ext uri="{FF2B5EF4-FFF2-40B4-BE49-F238E27FC236}">
                <a16:creationId xmlns:a16="http://schemas.microsoft.com/office/drawing/2014/main" id="{EBD630FC-BB30-4556-0937-50203F4F5C89}"/>
              </a:ext>
            </a:extLst>
          </p:cNvPr>
          <p:cNvSpPr/>
          <p:nvPr/>
        </p:nvSpPr>
        <p:spPr>
          <a:xfrm>
            <a:off x="11049000" y="2171700"/>
            <a:ext cx="4761382" cy="914399"/>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Digitale</a:t>
            </a:r>
            <a:r>
              <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Souveränität</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20" name="Connector: Elbow 19">
            <a:extLst>
              <a:ext uri="{FF2B5EF4-FFF2-40B4-BE49-F238E27FC236}">
                <a16:creationId xmlns:a16="http://schemas.microsoft.com/office/drawing/2014/main" id="{F04455AE-738F-EE6F-1E27-2B811E0DAEC6}"/>
              </a:ext>
            </a:extLst>
          </p:cNvPr>
          <p:cNvCxnSpPr>
            <a:cxnSpLocks/>
            <a:stCxn id="9" idx="1"/>
            <a:endCxn id="12" idx="1"/>
          </p:cNvCxnSpPr>
          <p:nvPr/>
        </p:nvCxnSpPr>
        <p:spPr>
          <a:xfrm rot="10800000" flipH="1" flipV="1">
            <a:off x="2954585" y="2628900"/>
            <a:ext cx="41360" cy="2454801"/>
          </a:xfrm>
          <a:prstGeom prst="bentConnector3">
            <a:avLst>
              <a:gd name="adj1" fmla="val -552708"/>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199934FA-A03D-450C-2924-32C4589EF3C8}"/>
              </a:ext>
            </a:extLst>
          </p:cNvPr>
          <p:cNvCxnSpPr>
            <a:cxnSpLocks/>
            <a:stCxn id="9" idx="1"/>
            <a:endCxn id="14" idx="1"/>
          </p:cNvCxnSpPr>
          <p:nvPr/>
        </p:nvCxnSpPr>
        <p:spPr>
          <a:xfrm rot="10800000" flipH="1" flipV="1">
            <a:off x="2954585" y="2628901"/>
            <a:ext cx="41360" cy="4853436"/>
          </a:xfrm>
          <a:prstGeom prst="bentConnector3">
            <a:avLst>
              <a:gd name="adj1" fmla="val -552708"/>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B66FCF4-63F3-B687-867D-01E83A0E9B4C}"/>
              </a:ext>
            </a:extLst>
          </p:cNvPr>
          <p:cNvSpPr txBox="1"/>
          <p:nvPr/>
        </p:nvSpPr>
        <p:spPr>
          <a:xfrm>
            <a:off x="6395524" y="4791313"/>
            <a:ext cx="1798890" cy="584775"/>
          </a:xfrm>
          <a:prstGeom prst="rect">
            <a:avLst/>
          </a:prstGeom>
          <a:noFill/>
        </p:spPr>
        <p:txBody>
          <a:bodyPr wrap="none" rtlCol="0">
            <a:spAutoFit/>
          </a:bodyPr>
          <a:lstStyle/>
          <a:p>
            <a:r>
              <a:rPr lang="en-GB" sz="3200" dirty="0" err="1">
                <a:solidFill>
                  <a:schemeClr val="accent2"/>
                </a:solidFill>
                <a:latin typeface="Noto Sans" panose="020B0502040504020204" pitchFamily="34" charset="0"/>
                <a:ea typeface="Noto Sans" panose="020B0502040504020204" pitchFamily="34" charset="0"/>
                <a:cs typeface="Noto Sans" panose="020B0502040504020204" pitchFamily="34" charset="0"/>
              </a:rPr>
              <a:t>politisch</a:t>
            </a:r>
            <a:endParaRPr lang="en-GB" sz="3200"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1" name="Rectangle 30">
            <a:extLst>
              <a:ext uri="{FF2B5EF4-FFF2-40B4-BE49-F238E27FC236}">
                <a16:creationId xmlns:a16="http://schemas.microsoft.com/office/drawing/2014/main" id="{A07059A4-3362-0833-9AB8-771FC0D83004}"/>
              </a:ext>
            </a:extLst>
          </p:cNvPr>
          <p:cNvSpPr/>
          <p:nvPr/>
        </p:nvSpPr>
        <p:spPr>
          <a:xfrm>
            <a:off x="11812276" y="4242397"/>
            <a:ext cx="3234830" cy="914399"/>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rPr>
              <a:t>territorial</a:t>
            </a:r>
          </a:p>
        </p:txBody>
      </p:sp>
      <p:sp>
        <p:nvSpPr>
          <p:cNvPr id="37" name="Rectangle 36">
            <a:extLst>
              <a:ext uri="{FF2B5EF4-FFF2-40B4-BE49-F238E27FC236}">
                <a16:creationId xmlns:a16="http://schemas.microsoft.com/office/drawing/2014/main" id="{EA55053A-7B1C-1055-BCD6-475233AD97F2}"/>
              </a:ext>
            </a:extLst>
          </p:cNvPr>
          <p:cNvSpPr/>
          <p:nvPr/>
        </p:nvSpPr>
        <p:spPr>
          <a:xfrm>
            <a:off x="11812276" y="7470603"/>
            <a:ext cx="3234830" cy="914399"/>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persönlich</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9" name="Rectangle 38">
            <a:extLst>
              <a:ext uri="{FF2B5EF4-FFF2-40B4-BE49-F238E27FC236}">
                <a16:creationId xmlns:a16="http://schemas.microsoft.com/office/drawing/2014/main" id="{2BDE6535-6D02-F1D4-FAC2-675368AB2460}"/>
              </a:ext>
            </a:extLst>
          </p:cNvPr>
          <p:cNvSpPr/>
          <p:nvPr/>
        </p:nvSpPr>
        <p:spPr>
          <a:xfrm>
            <a:off x="11812276" y="5856500"/>
            <a:ext cx="3234830" cy="914399"/>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administrativ</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2" name="Connector: Elbow 41">
            <a:extLst>
              <a:ext uri="{FF2B5EF4-FFF2-40B4-BE49-F238E27FC236}">
                <a16:creationId xmlns:a16="http://schemas.microsoft.com/office/drawing/2014/main" id="{B6E73E32-C915-0101-B198-E774D78BFDAC}"/>
              </a:ext>
            </a:extLst>
          </p:cNvPr>
          <p:cNvCxnSpPr>
            <a:stCxn id="16" idx="3"/>
            <a:endCxn id="31" idx="3"/>
          </p:cNvCxnSpPr>
          <p:nvPr/>
        </p:nvCxnSpPr>
        <p:spPr>
          <a:xfrm flipH="1">
            <a:off x="15047106" y="2628900"/>
            <a:ext cx="763276" cy="2070697"/>
          </a:xfrm>
          <a:prstGeom prst="bentConnector3">
            <a:avLst>
              <a:gd name="adj1" fmla="val -29950"/>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C80AF47F-25BE-4115-FB51-ACED98A61E63}"/>
              </a:ext>
            </a:extLst>
          </p:cNvPr>
          <p:cNvCxnSpPr>
            <a:stCxn id="16" idx="3"/>
            <a:endCxn id="39" idx="3"/>
          </p:cNvCxnSpPr>
          <p:nvPr/>
        </p:nvCxnSpPr>
        <p:spPr>
          <a:xfrm flipH="1">
            <a:off x="15047106" y="2628900"/>
            <a:ext cx="763276" cy="3684800"/>
          </a:xfrm>
          <a:prstGeom prst="bentConnector3">
            <a:avLst>
              <a:gd name="adj1" fmla="val -29950"/>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93B1C28B-C4BD-EBB1-B400-B294787C8539}"/>
              </a:ext>
            </a:extLst>
          </p:cNvPr>
          <p:cNvCxnSpPr>
            <a:stCxn id="16" idx="3"/>
            <a:endCxn id="37" idx="3"/>
          </p:cNvCxnSpPr>
          <p:nvPr/>
        </p:nvCxnSpPr>
        <p:spPr>
          <a:xfrm flipH="1">
            <a:off x="15047106" y="2628900"/>
            <a:ext cx="763276" cy="5298903"/>
          </a:xfrm>
          <a:prstGeom prst="bentConnector3">
            <a:avLst>
              <a:gd name="adj1" fmla="val -29950"/>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2B90A72-BFE6-00EF-C447-5EB7AF689DC9}"/>
              </a:ext>
            </a:extLst>
          </p:cNvPr>
          <p:cNvSpPr txBox="1"/>
          <p:nvPr/>
        </p:nvSpPr>
        <p:spPr>
          <a:xfrm rot="16200000">
            <a:off x="10266417" y="6015221"/>
            <a:ext cx="1798890" cy="584775"/>
          </a:xfrm>
          <a:prstGeom prst="rect">
            <a:avLst/>
          </a:prstGeom>
          <a:noFill/>
        </p:spPr>
        <p:txBody>
          <a:bodyPr wrap="none" rtlCol="0">
            <a:spAutoFit/>
          </a:bodyPr>
          <a:lstStyle/>
          <a:p>
            <a:r>
              <a:rPr lang="en-GB" sz="3200" dirty="0" err="1">
                <a:solidFill>
                  <a:schemeClr val="accent2"/>
                </a:solidFill>
                <a:latin typeface="Noto Sans" panose="020B0502040504020204" pitchFamily="34" charset="0"/>
                <a:ea typeface="Noto Sans" panose="020B0502040504020204" pitchFamily="34" charset="0"/>
                <a:cs typeface="Noto Sans" panose="020B0502040504020204" pitchFamily="34" charset="0"/>
              </a:rPr>
              <a:t>politisch</a:t>
            </a:r>
            <a:endParaRPr lang="en-GB" sz="3200"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944247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AC166-7756-406A-DBA7-B88EF243F34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B801BD4-7FB7-9202-CA67-64DF16BEEA3E}"/>
              </a:ext>
            </a:extLst>
          </p:cNvPr>
          <p:cNvSpPr txBox="1"/>
          <p:nvPr/>
        </p:nvSpPr>
        <p:spPr>
          <a:xfrm>
            <a:off x="1028700" y="1943100"/>
            <a:ext cx="16213111" cy="1231106"/>
          </a:xfrm>
          <a:prstGeom prst="rect">
            <a:avLst/>
          </a:prstGeom>
        </p:spPr>
        <p:txBody>
          <a:bodyPr lIns="0" tIns="0" rIns="0" bIns="0" rtlCol="0" anchor="t">
            <a:spAutoFit/>
          </a:bodyPr>
          <a:lstStyle/>
          <a:p>
            <a:pPr>
              <a:lnSpc>
                <a:spcPts val="9600"/>
              </a:lnSpc>
            </a:pPr>
            <a:r>
              <a:rPr lang="en-US" sz="8000" dirty="0" err="1">
                <a:latin typeface="Noto Serif"/>
                <a:ea typeface="Noto Serif"/>
                <a:cs typeface="Noto Serif"/>
                <a:sym typeface="Noto Serif"/>
              </a:rPr>
              <a:t>Bürgerliche</a:t>
            </a:r>
            <a:r>
              <a:rPr lang="en-US" sz="8000" dirty="0">
                <a:latin typeface="Noto Serif"/>
                <a:ea typeface="Noto Serif"/>
                <a:cs typeface="Noto Serif"/>
                <a:sym typeface="Noto Serif"/>
              </a:rPr>
              <a:t> </a:t>
            </a:r>
            <a:r>
              <a:rPr lang="en-US" sz="8000" dirty="0" err="1">
                <a:latin typeface="Noto Serif"/>
                <a:ea typeface="Noto Serif"/>
                <a:cs typeface="Noto Serif"/>
                <a:sym typeface="Noto Serif"/>
              </a:rPr>
              <a:t>Kompetenzen</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F3565A0D-5443-CB02-50FD-A665EE3CF9C9}"/>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C34E3D38-53EB-5937-0263-20528019C33F}"/>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51FC8337-6924-FD14-47D6-5CFB679805BA}"/>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428660C4-64AF-2593-7CE3-213F0B14B18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633D0966-81EF-665D-2467-A30F5B63111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D20CDD55-834D-A0CC-FBF6-9105A0D4DD5F}"/>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4</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840442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20753-EC22-AE1A-D9BF-E68CAEF852F4}"/>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A92EB468-8737-B31B-CCCB-184A91CEBB8D}"/>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3" name="Oval 12">
            <a:extLst>
              <a:ext uri="{FF2B5EF4-FFF2-40B4-BE49-F238E27FC236}">
                <a16:creationId xmlns:a16="http://schemas.microsoft.com/office/drawing/2014/main" id="{1903FD04-BB3C-2C15-7721-0548D4C9FA46}"/>
              </a:ext>
            </a:extLst>
          </p:cNvPr>
          <p:cNvSpPr>
            <a:spLocks noGrp="1" noRot="1" noMove="1" noResize="1" noEditPoints="1" noAdjustHandles="1" noChangeArrowheads="1" noChangeShapeType="1"/>
          </p:cNvSpPr>
          <p:nvPr/>
        </p:nvSpPr>
        <p:spPr>
          <a:xfrm>
            <a:off x="1465789" y="3104371"/>
            <a:ext cx="6120000" cy="6120000"/>
          </a:xfrm>
          <a:prstGeom prst="ellipse">
            <a:avLst/>
          </a:prstGeom>
          <a:solidFill>
            <a:schemeClr val="accent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rPr>
              <a:t>Wissen</a:t>
            </a:r>
          </a:p>
        </p:txBody>
      </p:sp>
      <p:sp>
        <p:nvSpPr>
          <p:cNvPr id="15" name="Oval 14">
            <a:extLst>
              <a:ext uri="{FF2B5EF4-FFF2-40B4-BE49-F238E27FC236}">
                <a16:creationId xmlns:a16="http://schemas.microsoft.com/office/drawing/2014/main" id="{8FB488D1-7EA5-3695-454C-8C523BB49498}"/>
              </a:ext>
            </a:extLst>
          </p:cNvPr>
          <p:cNvSpPr>
            <a:spLocks noGrp="1" noRot="1" noMove="1" noResize="1" noEditPoints="1" noAdjustHandles="1" noChangeArrowheads="1" noChangeShapeType="1"/>
          </p:cNvSpPr>
          <p:nvPr/>
        </p:nvSpPr>
        <p:spPr>
          <a:xfrm>
            <a:off x="10702212" y="3104371"/>
            <a:ext cx="6120000" cy="6120000"/>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Politische</a:t>
            </a:r>
            <a:br>
              <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rPr>
            </a:b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Tugenden</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pSp>
        <p:nvGrpSpPr>
          <p:cNvPr id="7" name="Group 6">
            <a:extLst>
              <a:ext uri="{FF2B5EF4-FFF2-40B4-BE49-F238E27FC236}">
                <a16:creationId xmlns:a16="http://schemas.microsoft.com/office/drawing/2014/main" id="{8FFD8D30-1093-5222-3E24-AE1920C0CCCB}"/>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87EAF98B-F092-DC24-38A0-8ADF1EFAE34E}"/>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716ADAF3-18C0-E311-438F-727F16F04606}"/>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0291C6C7-ADE8-28EB-09CF-772714CF2E0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0AD6D87E-4F59-7079-FF03-A261730D9BC4}"/>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5</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
        <p:nvSpPr>
          <p:cNvPr id="9" name="Rectangle 8">
            <a:extLst>
              <a:ext uri="{FF2B5EF4-FFF2-40B4-BE49-F238E27FC236}">
                <a16:creationId xmlns:a16="http://schemas.microsoft.com/office/drawing/2014/main" id="{4F0ADE9B-5D9A-7443-5485-F5C5ACB8F439}"/>
              </a:ext>
            </a:extLst>
          </p:cNvPr>
          <p:cNvSpPr/>
          <p:nvPr/>
        </p:nvSpPr>
        <p:spPr>
          <a:xfrm>
            <a:off x="6467755" y="1962284"/>
            <a:ext cx="5352491" cy="914399"/>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Bürgerliche</a:t>
            </a:r>
            <a:r>
              <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Mündigkeit</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7" name="Rectangle 16">
            <a:extLst>
              <a:ext uri="{FF2B5EF4-FFF2-40B4-BE49-F238E27FC236}">
                <a16:creationId xmlns:a16="http://schemas.microsoft.com/office/drawing/2014/main" id="{419DEBE4-C957-1819-A3D7-92288932877B}"/>
              </a:ext>
            </a:extLst>
          </p:cNvPr>
          <p:cNvSpPr/>
          <p:nvPr/>
        </p:nvSpPr>
        <p:spPr>
          <a:xfrm>
            <a:off x="914400" y="3985250"/>
            <a:ext cx="5486400"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Verständnis</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des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politisches</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Systems</a:t>
            </a:r>
          </a:p>
        </p:txBody>
      </p:sp>
      <p:sp>
        <p:nvSpPr>
          <p:cNvPr id="19" name="Rectangle 18">
            <a:extLst>
              <a:ext uri="{FF2B5EF4-FFF2-40B4-BE49-F238E27FC236}">
                <a16:creationId xmlns:a16="http://schemas.microsoft.com/office/drawing/2014/main" id="{0AA0894F-28FB-A704-7883-F4DAE4094A40}"/>
              </a:ext>
            </a:extLst>
          </p:cNvPr>
          <p:cNvSpPr/>
          <p:nvPr/>
        </p:nvSpPr>
        <p:spPr>
          <a:xfrm>
            <a:off x="4347562" y="8115331"/>
            <a:ext cx="4495800"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Einschätzung</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von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Sachfragen</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1" name="Rectangle 20">
            <a:extLst>
              <a:ext uri="{FF2B5EF4-FFF2-40B4-BE49-F238E27FC236}">
                <a16:creationId xmlns:a16="http://schemas.microsoft.com/office/drawing/2014/main" id="{74FA1EEC-0038-A406-1606-2B23CF469E4E}"/>
              </a:ext>
            </a:extLst>
          </p:cNvPr>
          <p:cNvSpPr/>
          <p:nvPr/>
        </p:nvSpPr>
        <p:spPr>
          <a:xfrm>
            <a:off x="457200" y="6846945"/>
            <a:ext cx="3641071"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Erkennen</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von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Chancen</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3" name="Rectangle 22">
            <a:extLst>
              <a:ext uri="{FF2B5EF4-FFF2-40B4-BE49-F238E27FC236}">
                <a16:creationId xmlns:a16="http://schemas.microsoft.com/office/drawing/2014/main" id="{E8DF27B8-7CC9-02F2-088D-CC53EC3261F8}"/>
              </a:ext>
            </a:extLst>
          </p:cNvPr>
          <p:cNvSpPr/>
          <p:nvPr/>
        </p:nvSpPr>
        <p:spPr>
          <a:xfrm>
            <a:off x="6674172" y="5851946"/>
            <a:ext cx="4939656"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politisch-strategisches</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Geschick</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5" name="Rectangle 24">
            <a:extLst>
              <a:ext uri="{FF2B5EF4-FFF2-40B4-BE49-F238E27FC236}">
                <a16:creationId xmlns:a16="http://schemas.microsoft.com/office/drawing/2014/main" id="{1FA330A0-4C35-F154-F9D6-10A14EBB3639}"/>
              </a:ext>
            </a:extLst>
          </p:cNvPr>
          <p:cNvSpPr/>
          <p:nvPr/>
        </p:nvSpPr>
        <p:spPr>
          <a:xfrm>
            <a:off x="11582400" y="3313195"/>
            <a:ext cx="1737813"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Fairness</a:t>
            </a:r>
          </a:p>
        </p:txBody>
      </p:sp>
      <p:sp>
        <p:nvSpPr>
          <p:cNvPr id="27" name="Rectangle 26">
            <a:extLst>
              <a:ext uri="{FF2B5EF4-FFF2-40B4-BE49-F238E27FC236}">
                <a16:creationId xmlns:a16="http://schemas.microsoft.com/office/drawing/2014/main" id="{0570080F-7EF0-321F-425E-5C04EC7D912E}"/>
              </a:ext>
            </a:extLst>
          </p:cNvPr>
          <p:cNvSpPr/>
          <p:nvPr/>
        </p:nvSpPr>
        <p:spPr>
          <a:xfrm>
            <a:off x="15622814" y="6434363"/>
            <a:ext cx="1600200"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Toleranz</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9" name="Rectangle 28">
            <a:extLst>
              <a:ext uri="{FF2B5EF4-FFF2-40B4-BE49-F238E27FC236}">
                <a16:creationId xmlns:a16="http://schemas.microsoft.com/office/drawing/2014/main" id="{D3C15F45-654A-8EAC-FF34-E8DC766BF253}"/>
              </a:ext>
            </a:extLst>
          </p:cNvPr>
          <p:cNvSpPr/>
          <p:nvPr/>
        </p:nvSpPr>
        <p:spPr>
          <a:xfrm>
            <a:off x="10714903" y="7434599"/>
            <a:ext cx="4517995"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Sinn für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soziale</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Gerechtigkeit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1" name="Rectangle 30">
            <a:extLst>
              <a:ext uri="{FF2B5EF4-FFF2-40B4-BE49-F238E27FC236}">
                <a16:creationId xmlns:a16="http://schemas.microsoft.com/office/drawing/2014/main" id="{07CC6694-45A6-EE03-A52E-10C7AA180457}"/>
              </a:ext>
            </a:extLst>
          </p:cNvPr>
          <p:cNvSpPr/>
          <p:nvPr/>
        </p:nvSpPr>
        <p:spPr>
          <a:xfrm>
            <a:off x="13571028" y="4687024"/>
            <a:ext cx="3923182"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Beteiligungsbereitschaft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80058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E819F-AEEB-3256-250D-E6FEB0C7E155}"/>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57D1A532-A525-FE86-0E91-38FF7CAC43D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AD1DC02A-893E-0268-0575-D1D209F095CF}"/>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B87997D4-1DB7-55ED-6A3C-4992BAB70158}"/>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2FF25D19-FBB2-3A63-5BFA-BC549FCEEE9B}"/>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B9B47AEF-A3BB-4182-03D7-BCCFD09274AC}"/>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7C1B3D78-F9AF-70EF-A661-2B30D15D125B}"/>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6</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pic>
        <p:nvPicPr>
          <p:cNvPr id="9" name="Graphic 8" descr="Woman with solid fill">
            <a:extLst>
              <a:ext uri="{FF2B5EF4-FFF2-40B4-BE49-F238E27FC236}">
                <a16:creationId xmlns:a16="http://schemas.microsoft.com/office/drawing/2014/main" id="{6DC38442-FBB3-8BE6-79BD-B6546C0EF0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8600" y="3637119"/>
            <a:ext cx="3276600" cy="3276600"/>
          </a:xfrm>
          <a:prstGeom prst="rect">
            <a:avLst/>
          </a:prstGeom>
        </p:spPr>
      </p:pic>
      <p:pic>
        <p:nvPicPr>
          <p:cNvPr id="18" name="Graphic 17" descr="Chat bubble outline">
            <a:extLst>
              <a:ext uri="{FF2B5EF4-FFF2-40B4-BE49-F238E27FC236}">
                <a16:creationId xmlns:a16="http://schemas.microsoft.com/office/drawing/2014/main" id="{B34C6BF9-B1F3-2A4A-17F6-92FA351C79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5638800" y="2095500"/>
            <a:ext cx="1620000" cy="1620000"/>
          </a:xfrm>
          <a:prstGeom prst="rect">
            <a:avLst/>
          </a:prstGeom>
        </p:spPr>
      </p:pic>
      <p:grpSp>
        <p:nvGrpSpPr>
          <p:cNvPr id="54" name="Group 53">
            <a:extLst>
              <a:ext uri="{FF2B5EF4-FFF2-40B4-BE49-F238E27FC236}">
                <a16:creationId xmlns:a16="http://schemas.microsoft.com/office/drawing/2014/main" id="{D21A18B3-5990-D892-152E-D3163BC2E1B8}"/>
              </a:ext>
            </a:extLst>
          </p:cNvPr>
          <p:cNvGrpSpPr/>
          <p:nvPr/>
        </p:nvGrpSpPr>
        <p:grpSpPr>
          <a:xfrm>
            <a:off x="10561502" y="3430091"/>
            <a:ext cx="4836089" cy="3694609"/>
            <a:chOff x="10561502" y="3430091"/>
            <a:chExt cx="4836089" cy="3694609"/>
          </a:xfrm>
        </p:grpSpPr>
        <p:sp>
          <p:nvSpPr>
            <p:cNvPr id="21" name="Rectangle 20">
              <a:extLst>
                <a:ext uri="{FF2B5EF4-FFF2-40B4-BE49-F238E27FC236}">
                  <a16:creationId xmlns:a16="http://schemas.microsoft.com/office/drawing/2014/main" id="{A6B83510-9DF4-89FC-1152-9B34E6AF053D}"/>
                </a:ext>
              </a:extLst>
            </p:cNvPr>
            <p:cNvSpPr/>
            <p:nvPr/>
          </p:nvSpPr>
          <p:spPr>
            <a:xfrm>
              <a:off x="10752002" y="5008718"/>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4D35A201-F506-3CC0-DD1D-2F7E15739AAD}"/>
                </a:ext>
              </a:extLst>
            </p:cNvPr>
            <p:cNvSpPr/>
            <p:nvPr/>
          </p:nvSpPr>
          <p:spPr>
            <a:xfrm>
              <a:off x="10752002" y="4230271"/>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B5CDCD54-A5E4-7402-E757-6ED1E6734D40}"/>
                </a:ext>
              </a:extLst>
            </p:cNvPr>
            <p:cNvSpPr/>
            <p:nvPr/>
          </p:nvSpPr>
          <p:spPr>
            <a:xfrm>
              <a:off x="10752002" y="3451824"/>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7A4322AA-E947-BBA9-AF75-8FC07C4DD322}"/>
                </a:ext>
              </a:extLst>
            </p:cNvPr>
            <p:cNvSpPr/>
            <p:nvPr/>
          </p:nvSpPr>
          <p:spPr>
            <a:xfrm>
              <a:off x="10752002" y="5787165"/>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24C542DB-F214-EFE7-F878-37477B301CCE}"/>
                </a:ext>
              </a:extLst>
            </p:cNvPr>
            <p:cNvSpPr/>
            <p:nvPr/>
          </p:nvSpPr>
          <p:spPr>
            <a:xfrm>
              <a:off x="10752002" y="6565613"/>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Graphic 31" descr="Close with solid fill">
              <a:extLst>
                <a:ext uri="{FF2B5EF4-FFF2-40B4-BE49-F238E27FC236}">
                  <a16:creationId xmlns:a16="http://schemas.microsoft.com/office/drawing/2014/main" id="{99B6508C-6BCE-9A91-06E0-A16A808F55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61502" y="4039771"/>
              <a:ext cx="914400" cy="914400"/>
            </a:xfrm>
            <a:prstGeom prst="rect">
              <a:avLst/>
            </a:prstGeom>
          </p:spPr>
        </p:pic>
        <p:sp>
          <p:nvSpPr>
            <p:cNvPr id="33" name="TextBox 32">
              <a:extLst>
                <a:ext uri="{FF2B5EF4-FFF2-40B4-BE49-F238E27FC236}">
                  <a16:creationId xmlns:a16="http://schemas.microsoft.com/office/drawing/2014/main" id="{0186A69A-8F35-4C68-A351-7BDCF418AA2C}"/>
                </a:ext>
              </a:extLst>
            </p:cNvPr>
            <p:cNvSpPr txBox="1"/>
            <p:nvPr/>
          </p:nvSpPr>
          <p:spPr>
            <a:xfrm>
              <a:off x="11376939" y="3430091"/>
              <a:ext cx="2512226" cy="584775"/>
            </a:xfrm>
            <a:prstGeom prst="rect">
              <a:avLst/>
            </a:prstGeom>
            <a:noFill/>
          </p:spPr>
          <p:txBody>
            <a:bodyPr wrap="none" rtlCol="0">
              <a:spAutoFit/>
            </a:bodyPr>
            <a:lstStyle/>
            <a:p>
              <a:r>
                <a:rPr lang="en-GB" sz="3200" dirty="0">
                  <a:latin typeface="Noto Sans" panose="020B0502040504020204" pitchFamily="34" charset="0"/>
                  <a:ea typeface="Noto Sans" panose="020B0502040504020204" pitchFamily="34" charset="0"/>
                  <a:cs typeface="Noto Sans" panose="020B0502040504020204" pitchFamily="34" charset="0"/>
                </a:rPr>
                <a:t>Blaue </a:t>
              </a:r>
              <a:r>
                <a:rPr lang="en-GB" sz="3200" dirty="0" err="1">
                  <a:latin typeface="Noto Sans" panose="020B0502040504020204" pitchFamily="34" charset="0"/>
                  <a:ea typeface="Noto Sans" panose="020B0502040504020204" pitchFamily="34" charset="0"/>
                  <a:cs typeface="Noto Sans" panose="020B0502040504020204" pitchFamily="34" charset="0"/>
                </a:rPr>
                <a:t>Partei</a:t>
              </a:r>
              <a:endParaRPr lang="en-GB" sz="3200" dirty="0">
                <a:latin typeface="Noto Sans" panose="020B0502040504020204" pitchFamily="34" charset="0"/>
                <a:ea typeface="Noto Sans" panose="020B0502040504020204" pitchFamily="34" charset="0"/>
                <a:cs typeface="Noto Sans" panose="020B0502040504020204" pitchFamily="34" charset="0"/>
              </a:endParaRPr>
            </a:p>
          </p:txBody>
        </p:sp>
        <p:sp>
          <p:nvSpPr>
            <p:cNvPr id="35" name="TextBox 34">
              <a:extLst>
                <a:ext uri="{FF2B5EF4-FFF2-40B4-BE49-F238E27FC236}">
                  <a16:creationId xmlns:a16="http://schemas.microsoft.com/office/drawing/2014/main" id="{27F94E04-1F69-A3AF-8586-4B7B31283AF7}"/>
                </a:ext>
              </a:extLst>
            </p:cNvPr>
            <p:cNvSpPr txBox="1"/>
            <p:nvPr/>
          </p:nvSpPr>
          <p:spPr>
            <a:xfrm>
              <a:off x="11376939" y="4204583"/>
              <a:ext cx="2307042" cy="584775"/>
            </a:xfrm>
            <a:prstGeom prst="rect">
              <a:avLst/>
            </a:prstGeom>
            <a:noFill/>
          </p:spPr>
          <p:txBody>
            <a:bodyPr wrap="none" rtlCol="0">
              <a:spAutoFit/>
            </a:bodyPr>
            <a:lstStyle/>
            <a:p>
              <a:r>
                <a:rPr lang="en-GB" sz="3200" dirty="0">
                  <a:latin typeface="Noto Sans" panose="020B0502040504020204" pitchFamily="34" charset="0"/>
                  <a:ea typeface="Noto Sans" panose="020B0502040504020204" pitchFamily="34" charset="0"/>
                  <a:cs typeface="Noto Sans" panose="020B0502040504020204" pitchFamily="34" charset="0"/>
                </a:rPr>
                <a:t>Rote </a:t>
              </a:r>
              <a:r>
                <a:rPr lang="en-GB" sz="3200" dirty="0" err="1">
                  <a:latin typeface="Noto Sans" panose="020B0502040504020204" pitchFamily="34" charset="0"/>
                  <a:ea typeface="Noto Sans" panose="020B0502040504020204" pitchFamily="34" charset="0"/>
                  <a:cs typeface="Noto Sans" panose="020B0502040504020204" pitchFamily="34" charset="0"/>
                </a:rPr>
                <a:t>Partei</a:t>
              </a:r>
              <a:endParaRPr lang="en-GB" sz="3200" dirty="0">
                <a:latin typeface="Noto Sans" panose="020B0502040504020204" pitchFamily="34" charset="0"/>
                <a:ea typeface="Noto Sans" panose="020B0502040504020204" pitchFamily="34" charset="0"/>
                <a:cs typeface="Noto Sans" panose="020B0502040504020204" pitchFamily="34" charset="0"/>
              </a:endParaRPr>
            </a:p>
          </p:txBody>
        </p:sp>
        <p:sp>
          <p:nvSpPr>
            <p:cNvPr id="37" name="TextBox 36">
              <a:extLst>
                <a:ext uri="{FF2B5EF4-FFF2-40B4-BE49-F238E27FC236}">
                  <a16:creationId xmlns:a16="http://schemas.microsoft.com/office/drawing/2014/main" id="{E9721F75-754E-41CB-B2FD-919D25E81034}"/>
                </a:ext>
              </a:extLst>
            </p:cNvPr>
            <p:cNvSpPr txBox="1"/>
            <p:nvPr/>
          </p:nvSpPr>
          <p:spPr>
            <a:xfrm>
              <a:off x="11376939" y="4983030"/>
              <a:ext cx="2630848" cy="584775"/>
            </a:xfrm>
            <a:prstGeom prst="rect">
              <a:avLst/>
            </a:prstGeom>
            <a:noFill/>
          </p:spPr>
          <p:txBody>
            <a:bodyPr wrap="none" rtlCol="0">
              <a:spAutoFit/>
            </a:bodyPr>
            <a:lstStyle/>
            <a:p>
              <a:r>
                <a:rPr lang="en-GB" sz="3200" dirty="0">
                  <a:latin typeface="Noto Sans" panose="020B0502040504020204" pitchFamily="34" charset="0"/>
                  <a:ea typeface="Noto Sans" panose="020B0502040504020204" pitchFamily="34" charset="0"/>
                  <a:cs typeface="Noto Sans" panose="020B0502040504020204" pitchFamily="34" charset="0"/>
                </a:rPr>
                <a:t>Grüne </a:t>
              </a:r>
              <a:r>
                <a:rPr lang="en-GB" sz="3200" dirty="0" err="1">
                  <a:latin typeface="Noto Sans" panose="020B0502040504020204" pitchFamily="34" charset="0"/>
                  <a:ea typeface="Noto Sans" panose="020B0502040504020204" pitchFamily="34" charset="0"/>
                  <a:cs typeface="Noto Sans" panose="020B0502040504020204" pitchFamily="34" charset="0"/>
                </a:rPr>
                <a:t>Partei</a:t>
              </a:r>
              <a:endParaRPr lang="en-GB" sz="3200" dirty="0">
                <a:latin typeface="Noto Sans" panose="020B0502040504020204" pitchFamily="34" charset="0"/>
                <a:ea typeface="Noto Sans" panose="020B0502040504020204" pitchFamily="34" charset="0"/>
                <a:cs typeface="Noto Sans" panose="020B0502040504020204" pitchFamily="34" charset="0"/>
              </a:endParaRPr>
            </a:p>
          </p:txBody>
        </p:sp>
        <p:sp>
          <p:nvSpPr>
            <p:cNvPr id="39" name="TextBox 38">
              <a:extLst>
                <a:ext uri="{FF2B5EF4-FFF2-40B4-BE49-F238E27FC236}">
                  <a16:creationId xmlns:a16="http://schemas.microsoft.com/office/drawing/2014/main" id="{2F78D2EC-C190-524B-CEF0-F2564B86A1AF}"/>
                </a:ext>
              </a:extLst>
            </p:cNvPr>
            <p:cNvSpPr txBox="1"/>
            <p:nvPr/>
          </p:nvSpPr>
          <p:spPr>
            <a:xfrm>
              <a:off x="11376939" y="5757522"/>
              <a:ext cx="2544286" cy="584775"/>
            </a:xfrm>
            <a:prstGeom prst="rect">
              <a:avLst/>
            </a:prstGeom>
            <a:noFill/>
          </p:spPr>
          <p:txBody>
            <a:bodyPr wrap="none" rtlCol="0">
              <a:spAutoFit/>
            </a:bodyPr>
            <a:lstStyle/>
            <a:p>
              <a:r>
                <a:rPr lang="en-GB" sz="3200" dirty="0" err="1">
                  <a:latin typeface="Noto Sans" panose="020B0502040504020204" pitchFamily="34" charset="0"/>
                  <a:ea typeface="Noto Sans" panose="020B0502040504020204" pitchFamily="34" charset="0"/>
                  <a:cs typeface="Noto Sans" panose="020B0502040504020204" pitchFamily="34" charset="0"/>
                </a:rPr>
                <a:t>Gelbe</a:t>
              </a:r>
              <a:r>
                <a:rPr lang="en-GB" sz="3200" dirty="0">
                  <a:latin typeface="Noto Sans" panose="020B0502040504020204" pitchFamily="34" charset="0"/>
                  <a:ea typeface="Noto Sans" panose="020B0502040504020204" pitchFamily="34" charset="0"/>
                  <a:cs typeface="Noto Sans" panose="020B0502040504020204" pitchFamily="34" charset="0"/>
                </a:rPr>
                <a:t> </a:t>
              </a:r>
              <a:r>
                <a:rPr lang="en-GB" sz="3200" dirty="0" err="1">
                  <a:latin typeface="Noto Sans" panose="020B0502040504020204" pitchFamily="34" charset="0"/>
                  <a:ea typeface="Noto Sans" panose="020B0502040504020204" pitchFamily="34" charset="0"/>
                  <a:cs typeface="Noto Sans" panose="020B0502040504020204" pitchFamily="34" charset="0"/>
                </a:rPr>
                <a:t>Partei</a:t>
              </a:r>
              <a:endParaRPr lang="en-GB" sz="3200" dirty="0">
                <a:latin typeface="Noto Sans" panose="020B0502040504020204" pitchFamily="34" charset="0"/>
                <a:ea typeface="Noto Sans" panose="020B0502040504020204" pitchFamily="34" charset="0"/>
                <a:cs typeface="Noto Sans" panose="020B0502040504020204" pitchFamily="34" charset="0"/>
              </a:endParaRPr>
            </a:p>
          </p:txBody>
        </p:sp>
        <p:sp>
          <p:nvSpPr>
            <p:cNvPr id="41" name="TextBox 40">
              <a:extLst>
                <a:ext uri="{FF2B5EF4-FFF2-40B4-BE49-F238E27FC236}">
                  <a16:creationId xmlns:a16="http://schemas.microsoft.com/office/drawing/2014/main" id="{D9216194-FD95-B2DD-0BB7-BA45ACAB7B8D}"/>
                </a:ext>
              </a:extLst>
            </p:cNvPr>
            <p:cNvSpPr txBox="1"/>
            <p:nvPr/>
          </p:nvSpPr>
          <p:spPr>
            <a:xfrm>
              <a:off x="11376939" y="6539925"/>
              <a:ext cx="4020652" cy="584775"/>
            </a:xfrm>
            <a:prstGeom prst="rect">
              <a:avLst/>
            </a:prstGeom>
            <a:solidFill>
              <a:schemeClr val="bg1"/>
            </a:solidFill>
          </p:spPr>
          <p:txBody>
            <a:bodyPr wrap="none" rtlCol="0">
              <a:spAutoFit/>
            </a:bodyPr>
            <a:lstStyle/>
            <a:p>
              <a:r>
                <a:rPr lang="en-GB" sz="3200" dirty="0">
                  <a:latin typeface="Noto Sans" panose="020B0502040504020204" pitchFamily="34" charset="0"/>
                  <a:ea typeface="Noto Sans" panose="020B0502040504020204" pitchFamily="34" charset="0"/>
                  <a:cs typeface="Noto Sans" panose="020B0502040504020204" pitchFamily="34" charset="0"/>
                </a:rPr>
                <a:t>Andere Blaue </a:t>
              </a:r>
              <a:r>
                <a:rPr lang="en-GB" sz="3200" dirty="0" err="1">
                  <a:latin typeface="Noto Sans" panose="020B0502040504020204" pitchFamily="34" charset="0"/>
                  <a:ea typeface="Noto Sans" panose="020B0502040504020204" pitchFamily="34" charset="0"/>
                  <a:cs typeface="Noto Sans" panose="020B0502040504020204" pitchFamily="34" charset="0"/>
                </a:rPr>
                <a:t>Partei</a:t>
              </a:r>
              <a:endParaRPr lang="en-GB" sz="3200" dirty="0">
                <a:latin typeface="Noto Sans" panose="020B0502040504020204" pitchFamily="34" charset="0"/>
                <a:ea typeface="Noto Sans" panose="020B0502040504020204" pitchFamily="34" charset="0"/>
                <a:cs typeface="Noto Sans" panose="020B0502040504020204" pitchFamily="34" charset="0"/>
              </a:endParaRPr>
            </a:p>
          </p:txBody>
        </p:sp>
      </p:grpSp>
      <p:sp>
        <p:nvSpPr>
          <p:cNvPr id="42" name="Arrow: Right 41">
            <a:extLst>
              <a:ext uri="{FF2B5EF4-FFF2-40B4-BE49-F238E27FC236}">
                <a16:creationId xmlns:a16="http://schemas.microsoft.com/office/drawing/2014/main" id="{5FF1B883-923C-9DB0-D06F-1DBEA9010397}"/>
              </a:ext>
            </a:extLst>
          </p:cNvPr>
          <p:cNvSpPr/>
          <p:nvPr/>
        </p:nvSpPr>
        <p:spPr>
          <a:xfrm>
            <a:off x="7391400" y="4703919"/>
            <a:ext cx="2544286" cy="1260254"/>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4" name="Graphic 43" descr="Television with solid fill">
            <a:extLst>
              <a:ext uri="{FF2B5EF4-FFF2-40B4-BE49-F238E27FC236}">
                <a16:creationId xmlns:a16="http://schemas.microsoft.com/office/drawing/2014/main" id="{7F5700FC-B89E-0BC9-23FA-16AC58DE56D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45274" y="2561955"/>
            <a:ext cx="1260000" cy="1260000"/>
          </a:xfrm>
          <a:prstGeom prst="rect">
            <a:avLst/>
          </a:prstGeom>
        </p:spPr>
      </p:pic>
      <p:pic>
        <p:nvPicPr>
          <p:cNvPr id="46" name="Graphic 45" descr="Newspaper with solid fill">
            <a:extLst>
              <a:ext uri="{FF2B5EF4-FFF2-40B4-BE49-F238E27FC236}">
                <a16:creationId xmlns:a16="http://schemas.microsoft.com/office/drawing/2014/main" id="{C158F6E5-FBB6-6CF9-9259-2E48EDEACDA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19898" y="4703919"/>
            <a:ext cx="1260000" cy="1260000"/>
          </a:xfrm>
          <a:prstGeom prst="rect">
            <a:avLst/>
          </a:prstGeom>
        </p:spPr>
      </p:pic>
      <p:pic>
        <p:nvPicPr>
          <p:cNvPr id="48" name="Graphic 47" descr="Radio with solid fill">
            <a:extLst>
              <a:ext uri="{FF2B5EF4-FFF2-40B4-BE49-F238E27FC236}">
                <a16:creationId xmlns:a16="http://schemas.microsoft.com/office/drawing/2014/main" id="{73FEF4E4-9C8D-48B7-EC58-C2788F1C96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831869" y="7195709"/>
            <a:ext cx="1260000" cy="1260000"/>
          </a:xfrm>
          <a:prstGeom prst="rect">
            <a:avLst/>
          </a:prstGeom>
        </p:spPr>
      </p:pic>
      <p:sp>
        <p:nvSpPr>
          <p:cNvPr id="49" name="Arrow: Striped Right 48">
            <a:extLst>
              <a:ext uri="{FF2B5EF4-FFF2-40B4-BE49-F238E27FC236}">
                <a16:creationId xmlns:a16="http://schemas.microsoft.com/office/drawing/2014/main" id="{4D3F23D9-CC53-C07D-D402-5635B2FD7EFD}"/>
              </a:ext>
            </a:extLst>
          </p:cNvPr>
          <p:cNvSpPr/>
          <p:nvPr/>
        </p:nvSpPr>
        <p:spPr>
          <a:xfrm rot="2211124">
            <a:off x="4226431" y="3881081"/>
            <a:ext cx="756000" cy="322419"/>
          </a:xfrm>
          <a:prstGeom prst="striped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Striped Right 50">
            <a:extLst>
              <a:ext uri="{FF2B5EF4-FFF2-40B4-BE49-F238E27FC236}">
                <a16:creationId xmlns:a16="http://schemas.microsoft.com/office/drawing/2014/main" id="{23875EAA-0B49-EF8C-9CAC-863ED7D8B092}"/>
              </a:ext>
            </a:extLst>
          </p:cNvPr>
          <p:cNvSpPr/>
          <p:nvPr/>
        </p:nvSpPr>
        <p:spPr>
          <a:xfrm>
            <a:off x="2536846" y="5252294"/>
            <a:ext cx="2016000" cy="322419"/>
          </a:xfrm>
          <a:prstGeom prst="striped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Arrow: Striped Right 52">
            <a:extLst>
              <a:ext uri="{FF2B5EF4-FFF2-40B4-BE49-F238E27FC236}">
                <a16:creationId xmlns:a16="http://schemas.microsoft.com/office/drawing/2014/main" id="{68033822-BACF-A2A1-90B0-319832B3E4BC}"/>
              </a:ext>
            </a:extLst>
          </p:cNvPr>
          <p:cNvSpPr/>
          <p:nvPr/>
        </p:nvSpPr>
        <p:spPr>
          <a:xfrm rot="18888125">
            <a:off x="3998818" y="6936710"/>
            <a:ext cx="1044000" cy="322419"/>
          </a:xfrm>
          <a:prstGeom prst="striped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91951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10C7-987E-662C-0C50-74714214290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C1822EE-DACA-7CD0-9164-7AF208ABFF3D}"/>
              </a:ext>
            </a:extLst>
          </p:cNvPr>
          <p:cNvSpPr txBox="1"/>
          <p:nvPr/>
        </p:nvSpPr>
        <p:spPr>
          <a:xfrm>
            <a:off x="1028700" y="1943100"/>
            <a:ext cx="16213111" cy="2462213"/>
          </a:xfrm>
          <a:prstGeom prst="rect">
            <a:avLst/>
          </a:prstGeom>
        </p:spPr>
        <p:txBody>
          <a:bodyPr lIns="0" tIns="0" rIns="0" bIns="0" rtlCol="0" anchor="t">
            <a:spAutoFit/>
          </a:bodyPr>
          <a:lstStyle/>
          <a:p>
            <a:pPr>
              <a:lnSpc>
                <a:spcPts val="9600"/>
              </a:lnSpc>
            </a:pPr>
            <a:r>
              <a:rPr lang="en-US" sz="8000" dirty="0" err="1">
                <a:latin typeface="Noto Serif"/>
                <a:ea typeface="Noto Serif"/>
                <a:cs typeface="Noto Serif"/>
                <a:sym typeface="Noto Serif"/>
              </a:rPr>
              <a:t>Epistemische</a:t>
            </a:r>
            <a:r>
              <a:rPr lang="en-US" sz="8000" dirty="0">
                <a:latin typeface="Noto Serif"/>
                <a:ea typeface="Noto Serif"/>
                <a:cs typeface="Noto Serif"/>
                <a:sym typeface="Noto Serif"/>
              </a:rPr>
              <a:t> </a:t>
            </a:r>
            <a:r>
              <a:rPr lang="en-US" sz="8000" dirty="0" err="1">
                <a:latin typeface="Noto Serif"/>
                <a:ea typeface="Noto Serif"/>
                <a:cs typeface="Noto Serif"/>
                <a:sym typeface="Noto Serif"/>
              </a:rPr>
              <a:t>demokratische</a:t>
            </a:r>
            <a:r>
              <a:rPr lang="en-US" sz="8000" dirty="0">
                <a:latin typeface="Noto Serif"/>
                <a:ea typeface="Noto Serif"/>
                <a:cs typeface="Noto Serif"/>
                <a:sym typeface="Noto Serif"/>
              </a:rPr>
              <a:t> </a:t>
            </a:r>
            <a:r>
              <a:rPr lang="en-US" sz="8000" dirty="0" err="1">
                <a:latin typeface="Noto Serif"/>
                <a:ea typeface="Noto Serif"/>
                <a:cs typeface="Noto Serif"/>
                <a:sym typeface="Noto Serif"/>
              </a:rPr>
              <a:t>Kompetenz</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595FDD87-43CB-75CC-DBAF-BE6F73CF14B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204ADAB9-DC1B-48B7-9CA5-DB022DE19F17}"/>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F2FCCE5F-897A-EECD-7FCA-033275DAAD2F}"/>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4439AE46-601C-5156-91EA-AF8D8C11460B}"/>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B4A5346E-62FA-C860-2701-0460CD6567DC}"/>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E36FCB5C-909C-DFF4-E84F-DE089D47AC49}"/>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7</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435031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EA9F5-48FF-33A9-B140-BF5495052E50}"/>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5C66D37D-8016-2219-8810-602CB2B911AE}"/>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87DC0377-FC9E-B1C6-5047-474B1F155675}"/>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8B7ABCF7-2394-C9EF-689C-045E975DF8DD}"/>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4DB9EC99-6C1B-C3EA-03A6-AA16D99B1E3B}"/>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F194206A-3A7D-C27C-D959-52A8102A3AA5}"/>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EDB6F0CE-22B2-CD8C-0E9E-09E988C0A96C}"/>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8</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grpSp>
        <p:nvGrpSpPr>
          <p:cNvPr id="26" name="Group 25">
            <a:extLst>
              <a:ext uri="{FF2B5EF4-FFF2-40B4-BE49-F238E27FC236}">
                <a16:creationId xmlns:a16="http://schemas.microsoft.com/office/drawing/2014/main" id="{2963B54B-2FA4-DCD7-EE45-7B4E020D009A}"/>
              </a:ext>
            </a:extLst>
          </p:cNvPr>
          <p:cNvGrpSpPr/>
          <p:nvPr/>
        </p:nvGrpSpPr>
        <p:grpSpPr>
          <a:xfrm>
            <a:off x="4038601" y="2524090"/>
            <a:ext cx="8686797" cy="2695610"/>
            <a:chOff x="4038601" y="2171700"/>
            <a:chExt cx="8686797" cy="2695610"/>
          </a:xfrm>
        </p:grpSpPr>
        <p:pic>
          <p:nvPicPr>
            <p:cNvPr id="8" name="Graphic 7" descr="Woman with solid fill">
              <a:extLst>
                <a:ext uri="{FF2B5EF4-FFF2-40B4-BE49-F238E27FC236}">
                  <a16:creationId xmlns:a16="http://schemas.microsoft.com/office/drawing/2014/main" id="{895AAB01-8AF9-0FAF-FF8F-D54FF04FE4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8601" y="2376518"/>
              <a:ext cx="2285978" cy="2285978"/>
            </a:xfrm>
            <a:prstGeom prst="rect">
              <a:avLst/>
            </a:prstGeom>
          </p:spPr>
        </p:pic>
        <p:grpSp>
          <p:nvGrpSpPr>
            <p:cNvPr id="9" name="Group 8">
              <a:extLst>
                <a:ext uri="{FF2B5EF4-FFF2-40B4-BE49-F238E27FC236}">
                  <a16:creationId xmlns:a16="http://schemas.microsoft.com/office/drawing/2014/main" id="{6A7AEE1C-6730-1CAE-B99D-97C64C44AB90}"/>
                </a:ext>
              </a:extLst>
            </p:cNvPr>
            <p:cNvGrpSpPr/>
            <p:nvPr/>
          </p:nvGrpSpPr>
          <p:grpSpPr>
            <a:xfrm>
              <a:off x="8589417" y="2171700"/>
              <a:ext cx="4135981" cy="2695610"/>
              <a:chOff x="10561502" y="3343545"/>
              <a:chExt cx="5928298" cy="3863746"/>
            </a:xfrm>
          </p:grpSpPr>
          <p:sp>
            <p:nvSpPr>
              <p:cNvPr id="11" name="Rectangle 10">
                <a:extLst>
                  <a:ext uri="{FF2B5EF4-FFF2-40B4-BE49-F238E27FC236}">
                    <a16:creationId xmlns:a16="http://schemas.microsoft.com/office/drawing/2014/main" id="{B4081BA4-1DFB-EA36-705B-42C90B9C3502}"/>
                  </a:ext>
                </a:extLst>
              </p:cNvPr>
              <p:cNvSpPr/>
              <p:nvPr/>
            </p:nvSpPr>
            <p:spPr>
              <a:xfrm>
                <a:off x="10752002" y="5008718"/>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CE7DE70C-8AC7-E6E2-5EE0-A8983CE92FC5}"/>
                  </a:ext>
                </a:extLst>
              </p:cNvPr>
              <p:cNvSpPr/>
              <p:nvPr/>
            </p:nvSpPr>
            <p:spPr>
              <a:xfrm>
                <a:off x="10752002" y="4230271"/>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0BD67518-F5AF-E419-8501-A8A6B9FE8697}"/>
                  </a:ext>
                </a:extLst>
              </p:cNvPr>
              <p:cNvSpPr/>
              <p:nvPr/>
            </p:nvSpPr>
            <p:spPr>
              <a:xfrm>
                <a:off x="10752002" y="3451823"/>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B084DDA1-3EA3-FE6A-2358-49FEE34ACA36}"/>
                  </a:ext>
                </a:extLst>
              </p:cNvPr>
              <p:cNvSpPr/>
              <p:nvPr/>
            </p:nvSpPr>
            <p:spPr>
              <a:xfrm>
                <a:off x="10752002" y="5787164"/>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EA76EC5C-54D3-A37C-F85A-1296661C2E51}"/>
                  </a:ext>
                </a:extLst>
              </p:cNvPr>
              <p:cNvSpPr/>
              <p:nvPr/>
            </p:nvSpPr>
            <p:spPr>
              <a:xfrm>
                <a:off x="10752002" y="6565613"/>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Graphic 15" descr="Close with solid fill">
                <a:extLst>
                  <a:ext uri="{FF2B5EF4-FFF2-40B4-BE49-F238E27FC236}">
                    <a16:creationId xmlns:a16="http://schemas.microsoft.com/office/drawing/2014/main" id="{C5855421-FCD2-3F2F-B748-7BC611F1B32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61502" y="4039955"/>
                <a:ext cx="914400" cy="914400"/>
              </a:xfrm>
              <a:prstGeom prst="rect">
                <a:avLst/>
              </a:prstGeom>
            </p:spPr>
          </p:pic>
          <p:sp>
            <p:nvSpPr>
              <p:cNvPr id="17" name="TextBox 16">
                <a:extLst>
                  <a:ext uri="{FF2B5EF4-FFF2-40B4-BE49-F238E27FC236}">
                    <a16:creationId xmlns:a16="http://schemas.microsoft.com/office/drawing/2014/main" id="{3AB21988-F975-6107-A63F-133340D9B287}"/>
                  </a:ext>
                </a:extLst>
              </p:cNvPr>
              <p:cNvSpPr txBox="1"/>
              <p:nvPr/>
            </p:nvSpPr>
            <p:spPr>
              <a:xfrm>
                <a:off x="11413810" y="3343545"/>
                <a:ext cx="3187314" cy="749956"/>
              </a:xfrm>
              <a:prstGeom prst="rect">
                <a:avLst/>
              </a:prstGeom>
              <a:no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Blaue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18" name="TextBox 17">
                <a:extLst>
                  <a:ext uri="{FF2B5EF4-FFF2-40B4-BE49-F238E27FC236}">
                    <a16:creationId xmlns:a16="http://schemas.microsoft.com/office/drawing/2014/main" id="{73ED7C5E-0CF9-79E7-9260-26517E1203DE}"/>
                  </a:ext>
                </a:extLst>
              </p:cNvPr>
              <p:cNvSpPr txBox="1"/>
              <p:nvPr/>
            </p:nvSpPr>
            <p:spPr>
              <a:xfrm>
                <a:off x="11413810" y="4122177"/>
                <a:ext cx="2929976" cy="749956"/>
              </a:xfrm>
              <a:prstGeom prst="rect">
                <a:avLst/>
              </a:prstGeom>
              <a:no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Rote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19" name="TextBox 18">
                <a:extLst>
                  <a:ext uri="{FF2B5EF4-FFF2-40B4-BE49-F238E27FC236}">
                    <a16:creationId xmlns:a16="http://schemas.microsoft.com/office/drawing/2014/main" id="{74306717-CEDE-D6A6-246C-4421F4391E77}"/>
                  </a:ext>
                </a:extLst>
              </p:cNvPr>
              <p:cNvSpPr txBox="1"/>
              <p:nvPr/>
            </p:nvSpPr>
            <p:spPr>
              <a:xfrm>
                <a:off x="11413810" y="4963639"/>
                <a:ext cx="3334364" cy="749956"/>
              </a:xfrm>
              <a:prstGeom prst="rect">
                <a:avLst/>
              </a:prstGeom>
              <a:no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Grüne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TextBox 19">
                <a:extLst>
                  <a:ext uri="{FF2B5EF4-FFF2-40B4-BE49-F238E27FC236}">
                    <a16:creationId xmlns:a16="http://schemas.microsoft.com/office/drawing/2014/main" id="{A1F84378-3BBC-8625-1FA7-4547DC690CF9}"/>
                  </a:ext>
                </a:extLst>
              </p:cNvPr>
              <p:cNvSpPr txBox="1"/>
              <p:nvPr/>
            </p:nvSpPr>
            <p:spPr>
              <a:xfrm>
                <a:off x="11413810" y="5679072"/>
                <a:ext cx="3226375" cy="749956"/>
              </a:xfrm>
              <a:prstGeom prst="rect">
                <a:avLst/>
              </a:prstGeom>
              <a:noFill/>
            </p:spPr>
            <p:txBody>
              <a:bodyPr wrap="none" rtlCol="0">
                <a:spAutoFit/>
              </a:bodyPr>
              <a:lstStyle/>
              <a:p>
                <a:r>
                  <a:rPr lang="en-GB" sz="2800" dirty="0" err="1">
                    <a:latin typeface="Noto Sans" panose="020B0502040504020204" pitchFamily="34" charset="0"/>
                    <a:ea typeface="Noto Sans" panose="020B0502040504020204" pitchFamily="34" charset="0"/>
                    <a:cs typeface="Noto Sans" panose="020B0502040504020204" pitchFamily="34" charset="0"/>
                  </a:rPr>
                  <a:t>Gelbe</a:t>
                </a:r>
                <a:r>
                  <a:rPr lang="en-GB" sz="2800" dirty="0">
                    <a:latin typeface="Noto Sans" panose="020B0502040504020204" pitchFamily="34" charset="0"/>
                    <a:ea typeface="Noto Sans" panose="020B0502040504020204" pitchFamily="34" charset="0"/>
                    <a:cs typeface="Noto Sans" panose="020B0502040504020204" pitchFamily="34" charset="0"/>
                  </a:rPr>
                  <a:t>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21" name="TextBox 20">
                <a:extLst>
                  <a:ext uri="{FF2B5EF4-FFF2-40B4-BE49-F238E27FC236}">
                    <a16:creationId xmlns:a16="http://schemas.microsoft.com/office/drawing/2014/main" id="{85E6C70F-9C1A-FFF5-5D5F-F36C8C0F2FF6}"/>
                  </a:ext>
                </a:extLst>
              </p:cNvPr>
              <p:cNvSpPr txBox="1"/>
              <p:nvPr/>
            </p:nvSpPr>
            <p:spPr>
              <a:xfrm>
                <a:off x="11413810" y="6457335"/>
                <a:ext cx="5075990" cy="749956"/>
              </a:xfrm>
              <a:prstGeom prst="rect">
                <a:avLst/>
              </a:prstGeom>
              <a:solidFill>
                <a:schemeClr val="bg1"/>
              </a:solid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Andere Blaue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grpSp>
        <p:sp>
          <p:nvSpPr>
            <p:cNvPr id="22" name="Arrow: Right 21">
              <a:extLst>
                <a:ext uri="{FF2B5EF4-FFF2-40B4-BE49-F238E27FC236}">
                  <a16:creationId xmlns:a16="http://schemas.microsoft.com/office/drawing/2014/main" id="{4F4B5AEE-6BE6-B74D-54A3-A14B58C04893}"/>
                </a:ext>
              </a:extLst>
            </p:cNvPr>
            <p:cNvSpPr/>
            <p:nvPr/>
          </p:nvSpPr>
          <p:spPr>
            <a:xfrm>
              <a:off x="6377741" y="3120790"/>
              <a:ext cx="1775066" cy="879238"/>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7" name="Group 26">
            <a:extLst>
              <a:ext uri="{FF2B5EF4-FFF2-40B4-BE49-F238E27FC236}">
                <a16:creationId xmlns:a16="http://schemas.microsoft.com/office/drawing/2014/main" id="{7C155433-232C-048C-E660-9A49EA112CF2}"/>
              </a:ext>
            </a:extLst>
          </p:cNvPr>
          <p:cNvGrpSpPr/>
          <p:nvPr/>
        </p:nvGrpSpPr>
        <p:grpSpPr>
          <a:xfrm>
            <a:off x="4027715" y="6509239"/>
            <a:ext cx="8686797" cy="2749061"/>
            <a:chOff x="4038601" y="2171700"/>
            <a:chExt cx="8686797" cy="2749061"/>
          </a:xfrm>
        </p:grpSpPr>
        <p:pic>
          <p:nvPicPr>
            <p:cNvPr id="28" name="Graphic 27" descr="Woman with solid fill">
              <a:extLst>
                <a:ext uri="{FF2B5EF4-FFF2-40B4-BE49-F238E27FC236}">
                  <a16:creationId xmlns:a16="http://schemas.microsoft.com/office/drawing/2014/main" id="{23B1375E-459F-F73B-AAD4-559056246A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8601" y="2376518"/>
              <a:ext cx="2285978" cy="2285978"/>
            </a:xfrm>
            <a:prstGeom prst="rect">
              <a:avLst/>
            </a:prstGeom>
          </p:spPr>
        </p:pic>
        <p:grpSp>
          <p:nvGrpSpPr>
            <p:cNvPr id="29" name="Group 28">
              <a:extLst>
                <a:ext uri="{FF2B5EF4-FFF2-40B4-BE49-F238E27FC236}">
                  <a16:creationId xmlns:a16="http://schemas.microsoft.com/office/drawing/2014/main" id="{6CFB83D1-F2AB-878E-9CD0-97EE375F1DF0}"/>
                </a:ext>
              </a:extLst>
            </p:cNvPr>
            <p:cNvGrpSpPr/>
            <p:nvPr/>
          </p:nvGrpSpPr>
          <p:grpSpPr>
            <a:xfrm>
              <a:off x="8589417" y="2171700"/>
              <a:ext cx="4135981" cy="2749061"/>
              <a:chOff x="10561502" y="3343545"/>
              <a:chExt cx="5928298" cy="3940360"/>
            </a:xfrm>
          </p:grpSpPr>
          <p:sp>
            <p:nvSpPr>
              <p:cNvPr id="31" name="Rectangle 30">
                <a:extLst>
                  <a:ext uri="{FF2B5EF4-FFF2-40B4-BE49-F238E27FC236}">
                    <a16:creationId xmlns:a16="http://schemas.microsoft.com/office/drawing/2014/main" id="{9C76B9FB-3573-E9DF-A532-69C0A0FB24EE}"/>
                  </a:ext>
                </a:extLst>
              </p:cNvPr>
              <p:cNvSpPr/>
              <p:nvPr/>
            </p:nvSpPr>
            <p:spPr>
              <a:xfrm>
                <a:off x="10752002" y="5008718"/>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6EC64696-7D64-88C9-477E-38DC87A29F34}"/>
                  </a:ext>
                </a:extLst>
              </p:cNvPr>
              <p:cNvSpPr/>
              <p:nvPr/>
            </p:nvSpPr>
            <p:spPr>
              <a:xfrm>
                <a:off x="10752002" y="4230271"/>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86F29E46-6D1E-A250-A4AD-FE73DFC202AE}"/>
                  </a:ext>
                </a:extLst>
              </p:cNvPr>
              <p:cNvSpPr/>
              <p:nvPr/>
            </p:nvSpPr>
            <p:spPr>
              <a:xfrm>
                <a:off x="10752002" y="3451823"/>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5E55DF5D-CDB2-E7CC-6824-2E462A46D2AF}"/>
                  </a:ext>
                </a:extLst>
              </p:cNvPr>
              <p:cNvSpPr/>
              <p:nvPr/>
            </p:nvSpPr>
            <p:spPr>
              <a:xfrm>
                <a:off x="10752002" y="5787164"/>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11795255-E205-B8F8-02E2-F9A3787AE453}"/>
                  </a:ext>
                </a:extLst>
              </p:cNvPr>
              <p:cNvSpPr/>
              <p:nvPr/>
            </p:nvSpPr>
            <p:spPr>
              <a:xfrm>
                <a:off x="10752002" y="6565613"/>
                <a:ext cx="533400" cy="5334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Graphic 35" descr="Close with solid fill">
                <a:extLst>
                  <a:ext uri="{FF2B5EF4-FFF2-40B4-BE49-F238E27FC236}">
                    <a16:creationId xmlns:a16="http://schemas.microsoft.com/office/drawing/2014/main" id="{08D438F1-730D-5BD2-21D0-D9F3737800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61502" y="6369505"/>
                <a:ext cx="914400" cy="914400"/>
              </a:xfrm>
              <a:prstGeom prst="rect">
                <a:avLst/>
              </a:prstGeom>
            </p:spPr>
          </p:pic>
          <p:sp>
            <p:nvSpPr>
              <p:cNvPr id="37" name="TextBox 36">
                <a:extLst>
                  <a:ext uri="{FF2B5EF4-FFF2-40B4-BE49-F238E27FC236}">
                    <a16:creationId xmlns:a16="http://schemas.microsoft.com/office/drawing/2014/main" id="{26783B70-1B03-D990-9A05-4C86F36848D1}"/>
                  </a:ext>
                </a:extLst>
              </p:cNvPr>
              <p:cNvSpPr txBox="1"/>
              <p:nvPr/>
            </p:nvSpPr>
            <p:spPr>
              <a:xfrm>
                <a:off x="11413810" y="3343545"/>
                <a:ext cx="3187314" cy="749956"/>
              </a:xfrm>
              <a:prstGeom prst="rect">
                <a:avLst/>
              </a:prstGeom>
              <a:no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Blaue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38" name="TextBox 37">
                <a:extLst>
                  <a:ext uri="{FF2B5EF4-FFF2-40B4-BE49-F238E27FC236}">
                    <a16:creationId xmlns:a16="http://schemas.microsoft.com/office/drawing/2014/main" id="{AD58BACC-2FF1-D317-09F4-A12908702CFA}"/>
                  </a:ext>
                </a:extLst>
              </p:cNvPr>
              <p:cNvSpPr txBox="1"/>
              <p:nvPr/>
            </p:nvSpPr>
            <p:spPr>
              <a:xfrm>
                <a:off x="11413810" y="4122177"/>
                <a:ext cx="2929976" cy="749956"/>
              </a:xfrm>
              <a:prstGeom prst="rect">
                <a:avLst/>
              </a:prstGeom>
              <a:no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Rote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39" name="TextBox 38">
                <a:extLst>
                  <a:ext uri="{FF2B5EF4-FFF2-40B4-BE49-F238E27FC236}">
                    <a16:creationId xmlns:a16="http://schemas.microsoft.com/office/drawing/2014/main" id="{80F3F42E-052D-97BA-F8D8-27002BD0381D}"/>
                  </a:ext>
                </a:extLst>
              </p:cNvPr>
              <p:cNvSpPr txBox="1"/>
              <p:nvPr/>
            </p:nvSpPr>
            <p:spPr>
              <a:xfrm>
                <a:off x="11413810" y="4963639"/>
                <a:ext cx="3334364" cy="749956"/>
              </a:xfrm>
              <a:prstGeom prst="rect">
                <a:avLst/>
              </a:prstGeom>
              <a:no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Grüne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40" name="TextBox 39">
                <a:extLst>
                  <a:ext uri="{FF2B5EF4-FFF2-40B4-BE49-F238E27FC236}">
                    <a16:creationId xmlns:a16="http://schemas.microsoft.com/office/drawing/2014/main" id="{FDE5C6B2-4D33-210F-8F07-4A1675532FAB}"/>
                  </a:ext>
                </a:extLst>
              </p:cNvPr>
              <p:cNvSpPr txBox="1"/>
              <p:nvPr/>
            </p:nvSpPr>
            <p:spPr>
              <a:xfrm>
                <a:off x="11413810" y="5679072"/>
                <a:ext cx="3226375" cy="749956"/>
              </a:xfrm>
              <a:prstGeom prst="rect">
                <a:avLst/>
              </a:prstGeom>
              <a:noFill/>
            </p:spPr>
            <p:txBody>
              <a:bodyPr wrap="none" rtlCol="0">
                <a:spAutoFit/>
              </a:bodyPr>
              <a:lstStyle/>
              <a:p>
                <a:r>
                  <a:rPr lang="en-GB" sz="2800" dirty="0" err="1">
                    <a:latin typeface="Noto Sans" panose="020B0502040504020204" pitchFamily="34" charset="0"/>
                    <a:ea typeface="Noto Sans" panose="020B0502040504020204" pitchFamily="34" charset="0"/>
                    <a:cs typeface="Noto Sans" panose="020B0502040504020204" pitchFamily="34" charset="0"/>
                  </a:rPr>
                  <a:t>Gelbe</a:t>
                </a:r>
                <a:r>
                  <a:rPr lang="en-GB" sz="2800" dirty="0">
                    <a:latin typeface="Noto Sans" panose="020B0502040504020204" pitchFamily="34" charset="0"/>
                    <a:ea typeface="Noto Sans" panose="020B0502040504020204" pitchFamily="34" charset="0"/>
                    <a:cs typeface="Noto Sans" panose="020B0502040504020204" pitchFamily="34" charset="0"/>
                  </a:rPr>
                  <a:t>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41" name="TextBox 40">
                <a:extLst>
                  <a:ext uri="{FF2B5EF4-FFF2-40B4-BE49-F238E27FC236}">
                    <a16:creationId xmlns:a16="http://schemas.microsoft.com/office/drawing/2014/main" id="{8F57C66E-27CB-000F-05A6-157E224B3B03}"/>
                  </a:ext>
                </a:extLst>
              </p:cNvPr>
              <p:cNvSpPr txBox="1"/>
              <p:nvPr/>
            </p:nvSpPr>
            <p:spPr>
              <a:xfrm>
                <a:off x="11413810" y="6457335"/>
                <a:ext cx="5075990" cy="749956"/>
              </a:xfrm>
              <a:prstGeom prst="rect">
                <a:avLst/>
              </a:prstGeom>
              <a:solidFill>
                <a:schemeClr val="bg1"/>
              </a:solidFill>
            </p:spPr>
            <p:txBody>
              <a:bodyPr wrap="none" rtlCol="0">
                <a:spAutoFit/>
              </a:bodyPr>
              <a:lstStyle/>
              <a:p>
                <a:r>
                  <a:rPr lang="en-GB" sz="2800" dirty="0">
                    <a:latin typeface="Noto Sans" panose="020B0502040504020204" pitchFamily="34" charset="0"/>
                    <a:ea typeface="Noto Sans" panose="020B0502040504020204" pitchFamily="34" charset="0"/>
                    <a:cs typeface="Noto Sans" panose="020B0502040504020204" pitchFamily="34" charset="0"/>
                  </a:rPr>
                  <a:t>Andere Blaue </a:t>
                </a:r>
                <a:r>
                  <a:rPr lang="en-GB" sz="2800" dirty="0" err="1">
                    <a:latin typeface="Noto Sans" panose="020B0502040504020204" pitchFamily="34" charset="0"/>
                    <a:ea typeface="Noto Sans" panose="020B0502040504020204" pitchFamily="34" charset="0"/>
                    <a:cs typeface="Noto Sans" panose="020B0502040504020204" pitchFamily="34" charset="0"/>
                  </a:rPr>
                  <a:t>Partei</a:t>
                </a:r>
                <a:endParaRPr lang="en-GB" sz="2800" dirty="0">
                  <a:latin typeface="Noto Sans" panose="020B0502040504020204" pitchFamily="34" charset="0"/>
                  <a:ea typeface="Noto Sans" panose="020B0502040504020204" pitchFamily="34" charset="0"/>
                  <a:cs typeface="Noto Sans" panose="020B0502040504020204" pitchFamily="34" charset="0"/>
                </a:endParaRPr>
              </a:p>
            </p:txBody>
          </p:sp>
        </p:grpSp>
        <p:sp>
          <p:nvSpPr>
            <p:cNvPr id="30" name="Arrow: Right 29">
              <a:extLst>
                <a:ext uri="{FF2B5EF4-FFF2-40B4-BE49-F238E27FC236}">
                  <a16:creationId xmlns:a16="http://schemas.microsoft.com/office/drawing/2014/main" id="{F6A37DC3-9321-5843-526E-04C817B8F206}"/>
                </a:ext>
              </a:extLst>
            </p:cNvPr>
            <p:cNvSpPr/>
            <p:nvPr/>
          </p:nvSpPr>
          <p:spPr>
            <a:xfrm>
              <a:off x="6377741" y="3120790"/>
              <a:ext cx="1775066" cy="879238"/>
            </a:xfrm>
            <a:prstGeom prst="rightArrow">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43" name="Graphic 42" descr="Thought bubble outline">
            <a:extLst>
              <a:ext uri="{FF2B5EF4-FFF2-40B4-BE49-F238E27FC236}">
                <a16:creationId xmlns:a16="http://schemas.microsoft.com/office/drawing/2014/main" id="{4318387A-A998-47ED-CEED-3564B97FCA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2989759" y="1153410"/>
            <a:ext cx="1918512" cy="1918512"/>
          </a:xfrm>
          <a:prstGeom prst="rect">
            <a:avLst/>
          </a:prstGeom>
        </p:spPr>
      </p:pic>
      <p:pic>
        <p:nvPicPr>
          <p:cNvPr id="45" name="Graphic 44" descr="Thought bubble outline">
            <a:extLst>
              <a:ext uri="{FF2B5EF4-FFF2-40B4-BE49-F238E27FC236}">
                <a16:creationId xmlns:a16="http://schemas.microsoft.com/office/drawing/2014/main" id="{428909C3-1D64-AF43-1A9A-F838F19F077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2995988" y="5209367"/>
            <a:ext cx="1918512" cy="1918512"/>
          </a:xfrm>
          <a:prstGeom prst="rect">
            <a:avLst/>
          </a:prstGeom>
        </p:spPr>
      </p:pic>
      <p:pic>
        <p:nvPicPr>
          <p:cNvPr id="47" name="Graphic 46" descr="Lights On with solid fill">
            <a:extLst>
              <a:ext uri="{FF2B5EF4-FFF2-40B4-BE49-F238E27FC236}">
                <a16:creationId xmlns:a16="http://schemas.microsoft.com/office/drawing/2014/main" id="{5B3943EF-71CD-FB22-9525-BEE8B1EBE2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89015" y="1551668"/>
            <a:ext cx="720000" cy="720000"/>
          </a:xfrm>
          <a:prstGeom prst="rect">
            <a:avLst/>
          </a:prstGeom>
        </p:spPr>
      </p:pic>
      <p:pic>
        <p:nvPicPr>
          <p:cNvPr id="49" name="Graphic 48" descr="Question Mark with solid fill">
            <a:extLst>
              <a:ext uri="{FF2B5EF4-FFF2-40B4-BE49-F238E27FC236}">
                <a16:creationId xmlns:a16="http://schemas.microsoft.com/office/drawing/2014/main" id="{2A95826F-BC07-0A0E-89B2-39074316615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89015" y="5590964"/>
            <a:ext cx="720000" cy="720000"/>
          </a:xfrm>
          <a:prstGeom prst="rect">
            <a:avLst/>
          </a:prstGeom>
        </p:spPr>
      </p:pic>
      <p:pic>
        <p:nvPicPr>
          <p:cNvPr id="51" name="Graphic 50" descr="No sign with solid fill">
            <a:extLst>
              <a:ext uri="{FF2B5EF4-FFF2-40B4-BE49-F238E27FC236}">
                <a16:creationId xmlns:a16="http://schemas.microsoft.com/office/drawing/2014/main" id="{3D1F462C-EF80-0E12-2AD5-BAC0AD8F7A3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4562" y="7041069"/>
            <a:ext cx="1631949" cy="1631949"/>
          </a:xfrm>
          <a:prstGeom prst="rect">
            <a:avLst/>
          </a:prstGeom>
        </p:spPr>
      </p:pic>
    </p:spTree>
    <p:extLst>
      <p:ext uri="{BB962C8B-B14F-4D97-AF65-F5344CB8AC3E}">
        <p14:creationId xmlns:p14="http://schemas.microsoft.com/office/powerpoint/2010/main" val="3794956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7D30-CEA7-22B3-CBC0-A4ABF5845D2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E50B691-F9C5-883C-B644-9ABCF2F84082}"/>
              </a:ext>
            </a:extLst>
          </p:cNvPr>
          <p:cNvSpPr txBox="1"/>
          <p:nvPr/>
        </p:nvSpPr>
        <p:spPr>
          <a:xfrm>
            <a:off x="1028700" y="1943100"/>
            <a:ext cx="16213111" cy="2462213"/>
          </a:xfrm>
          <a:prstGeom prst="rect">
            <a:avLst/>
          </a:prstGeom>
        </p:spPr>
        <p:txBody>
          <a:bodyPr lIns="0" tIns="0" rIns="0" bIns="0" rtlCol="0" anchor="t">
            <a:spAutoFit/>
          </a:bodyPr>
          <a:lstStyle/>
          <a:p>
            <a:pPr>
              <a:lnSpc>
                <a:spcPts val="9600"/>
              </a:lnSpc>
            </a:pPr>
            <a:r>
              <a:rPr lang="de-DE" sz="8000" dirty="0">
                <a:latin typeface="Noto Serif"/>
                <a:ea typeface="Noto Serif"/>
                <a:cs typeface="Noto Serif"/>
                <a:sym typeface="Noto Serif"/>
              </a:rPr>
              <a:t>Die neue Infrastruktur der Demokratie</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26576312-1F4E-7210-2C95-E8ED39EA74E2}"/>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7F31F0FC-0482-8964-A9D7-55EC29E7E2DA}"/>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DE029806-E8BE-01D8-E15D-62FF2B5E7A6C}"/>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81A0588F-D74B-288B-8DC7-E380CD81C69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8FE9E3D7-DDA2-7099-1FA6-A2FBC8EB9D14}"/>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A89B4FA6-3157-8430-8648-2AE77E6D691E}"/>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9</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065393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0053-EAF4-A361-44B3-48A822BF110B}"/>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156D2357-B615-6EB6-60D5-AC3E2FF8F33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2CB59AF9-CE01-5935-A46C-2174BDE06558}"/>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430D5B47-C495-F84E-8A95-34685D206324}"/>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4FFD5DDD-8A3C-840D-3034-5B6650A96D9C}"/>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925B3DCA-C420-5971-AD7A-F4A0DA635112}"/>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B835BBDE-6464-A8E1-9C77-7F537535939C}"/>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10</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grpSp>
        <p:nvGrpSpPr>
          <p:cNvPr id="52" name="Group 51">
            <a:extLst>
              <a:ext uri="{FF2B5EF4-FFF2-40B4-BE49-F238E27FC236}">
                <a16:creationId xmlns:a16="http://schemas.microsoft.com/office/drawing/2014/main" id="{9E3C944E-E380-890F-D03E-10B2BB0DA813}"/>
              </a:ext>
            </a:extLst>
          </p:cNvPr>
          <p:cNvGrpSpPr/>
          <p:nvPr/>
        </p:nvGrpSpPr>
        <p:grpSpPr>
          <a:xfrm>
            <a:off x="4260233" y="1517012"/>
            <a:ext cx="8541367" cy="7741288"/>
            <a:chOff x="4260233" y="1517012"/>
            <a:chExt cx="8541367" cy="7741288"/>
          </a:xfrm>
        </p:grpSpPr>
        <p:sp>
          <p:nvSpPr>
            <p:cNvPr id="12" name="Arrow: Bent 11">
              <a:extLst>
                <a:ext uri="{FF2B5EF4-FFF2-40B4-BE49-F238E27FC236}">
                  <a16:creationId xmlns:a16="http://schemas.microsoft.com/office/drawing/2014/main" id="{0F5FAF7D-1387-92B7-0995-6F40A53C9CB7}"/>
                </a:ext>
              </a:extLst>
            </p:cNvPr>
            <p:cNvSpPr/>
            <p:nvPr/>
          </p:nvSpPr>
          <p:spPr>
            <a:xfrm rot="5400000">
              <a:off x="9859136" y="2129505"/>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Arrow: Bent 13">
              <a:extLst>
                <a:ext uri="{FF2B5EF4-FFF2-40B4-BE49-F238E27FC236}">
                  <a16:creationId xmlns:a16="http://schemas.microsoft.com/office/drawing/2014/main" id="{78D069E7-B425-4628-7D90-C97354CB89E7}"/>
                </a:ext>
              </a:extLst>
            </p:cNvPr>
            <p:cNvSpPr/>
            <p:nvPr/>
          </p:nvSpPr>
          <p:spPr>
            <a:xfrm rot="10800000">
              <a:off x="9753601" y="6604999"/>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48" name="Group 47">
              <a:extLst>
                <a:ext uri="{FF2B5EF4-FFF2-40B4-BE49-F238E27FC236}">
                  <a16:creationId xmlns:a16="http://schemas.microsoft.com/office/drawing/2014/main" id="{386EA6BE-4AA9-7236-B80F-B21DA58B4E2F}"/>
                </a:ext>
              </a:extLst>
            </p:cNvPr>
            <p:cNvGrpSpPr/>
            <p:nvPr/>
          </p:nvGrpSpPr>
          <p:grpSpPr>
            <a:xfrm>
              <a:off x="4698084" y="2039467"/>
              <a:ext cx="2196101" cy="6602246"/>
              <a:chOff x="4280899" y="1963406"/>
              <a:chExt cx="2196101" cy="6602246"/>
            </a:xfrm>
          </p:grpSpPr>
          <p:sp>
            <p:nvSpPr>
              <p:cNvPr id="9" name="Arrow: Bent 8">
                <a:extLst>
                  <a:ext uri="{FF2B5EF4-FFF2-40B4-BE49-F238E27FC236}">
                    <a16:creationId xmlns:a16="http://schemas.microsoft.com/office/drawing/2014/main" id="{E021F1F1-DBCC-BC9C-A761-75049B257477}"/>
                  </a:ext>
                </a:extLst>
              </p:cNvPr>
              <p:cNvSpPr/>
              <p:nvPr/>
            </p:nvSpPr>
            <p:spPr>
              <a:xfrm>
                <a:off x="4350250" y="1963406"/>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Arrow: Bent 15">
                <a:extLst>
                  <a:ext uri="{FF2B5EF4-FFF2-40B4-BE49-F238E27FC236}">
                    <a16:creationId xmlns:a16="http://schemas.microsoft.com/office/drawing/2014/main" id="{96E6E1DE-5159-C875-8072-289D626C3417}"/>
                  </a:ext>
                </a:extLst>
              </p:cNvPr>
              <p:cNvSpPr/>
              <p:nvPr/>
            </p:nvSpPr>
            <p:spPr>
              <a:xfrm rot="16200000">
                <a:off x="4350250" y="6438901"/>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40" name="Group 39">
              <a:extLst>
                <a:ext uri="{FF2B5EF4-FFF2-40B4-BE49-F238E27FC236}">
                  <a16:creationId xmlns:a16="http://schemas.microsoft.com/office/drawing/2014/main" id="{596A6B7F-10DC-2F0A-8F40-309FD567BD62}"/>
                </a:ext>
              </a:extLst>
            </p:cNvPr>
            <p:cNvGrpSpPr/>
            <p:nvPr/>
          </p:nvGrpSpPr>
          <p:grpSpPr>
            <a:xfrm>
              <a:off x="10094585" y="4152900"/>
              <a:ext cx="2707015" cy="2191199"/>
              <a:chOff x="12636000" y="2448371"/>
              <a:chExt cx="2707015" cy="2191199"/>
            </a:xfrm>
          </p:grpSpPr>
          <p:pic>
            <p:nvPicPr>
              <p:cNvPr id="20" name="Graphic 19" descr="Group of people with solid fill">
                <a:extLst>
                  <a:ext uri="{FF2B5EF4-FFF2-40B4-BE49-F238E27FC236}">
                    <a16:creationId xmlns:a16="http://schemas.microsoft.com/office/drawing/2014/main" id="{67EF6175-A3AB-2B39-E243-0191D06015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19459" y="3559570"/>
                <a:ext cx="1080000" cy="1080000"/>
              </a:xfrm>
              <a:prstGeom prst="rect">
                <a:avLst/>
              </a:prstGeom>
            </p:spPr>
          </p:pic>
          <p:grpSp>
            <p:nvGrpSpPr>
              <p:cNvPr id="27" name="Group 26">
                <a:extLst>
                  <a:ext uri="{FF2B5EF4-FFF2-40B4-BE49-F238E27FC236}">
                    <a16:creationId xmlns:a16="http://schemas.microsoft.com/office/drawing/2014/main" id="{5BBE259C-F383-8F67-1F9F-B5FF65DCBF13}"/>
                  </a:ext>
                </a:extLst>
              </p:cNvPr>
              <p:cNvGrpSpPr/>
              <p:nvPr/>
            </p:nvGrpSpPr>
            <p:grpSpPr>
              <a:xfrm>
                <a:off x="12636000" y="3246967"/>
                <a:ext cx="1080000" cy="1080000"/>
                <a:chOff x="12636000" y="3246967"/>
                <a:chExt cx="1080000" cy="1080000"/>
              </a:xfrm>
            </p:grpSpPr>
            <p:pic>
              <p:nvPicPr>
                <p:cNvPr id="24" name="Graphic 23" descr="Speech outline">
                  <a:extLst>
                    <a:ext uri="{FF2B5EF4-FFF2-40B4-BE49-F238E27FC236}">
                      <a16:creationId xmlns:a16="http://schemas.microsoft.com/office/drawing/2014/main" id="{58B379EF-1EFC-8768-FEB0-F3BB5FDC34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636000" y="3246967"/>
                  <a:ext cx="1080000" cy="1080000"/>
                </a:xfrm>
                <a:prstGeom prst="rect">
                  <a:avLst/>
                </a:prstGeom>
              </p:spPr>
            </p:pic>
            <p:pic>
              <p:nvPicPr>
                <p:cNvPr id="26" name="Graphic 25" descr="Lights On with solid fill">
                  <a:extLst>
                    <a:ext uri="{FF2B5EF4-FFF2-40B4-BE49-F238E27FC236}">
                      <a16:creationId xmlns:a16="http://schemas.microsoft.com/office/drawing/2014/main" id="{7730411F-2CEB-CEB3-4449-FBBD3B5E06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996000" y="3540744"/>
                  <a:ext cx="383556" cy="383556"/>
                </a:xfrm>
                <a:prstGeom prst="rect">
                  <a:avLst/>
                </a:prstGeom>
              </p:spPr>
            </p:pic>
          </p:grpSp>
          <p:grpSp>
            <p:nvGrpSpPr>
              <p:cNvPr id="33" name="Group 32">
                <a:extLst>
                  <a:ext uri="{FF2B5EF4-FFF2-40B4-BE49-F238E27FC236}">
                    <a16:creationId xmlns:a16="http://schemas.microsoft.com/office/drawing/2014/main" id="{05EC4A01-8CC2-C5BC-A138-ABD1CB558972}"/>
                  </a:ext>
                </a:extLst>
              </p:cNvPr>
              <p:cNvGrpSpPr/>
              <p:nvPr/>
            </p:nvGrpSpPr>
            <p:grpSpPr>
              <a:xfrm>
                <a:off x="13187778" y="2448371"/>
                <a:ext cx="1080000" cy="1080000"/>
                <a:chOff x="12979459" y="2219387"/>
                <a:chExt cx="1080000" cy="1080000"/>
              </a:xfrm>
            </p:grpSpPr>
            <p:pic>
              <p:nvPicPr>
                <p:cNvPr id="29" name="Graphic 28" descr="Speech outline">
                  <a:extLst>
                    <a:ext uri="{FF2B5EF4-FFF2-40B4-BE49-F238E27FC236}">
                      <a16:creationId xmlns:a16="http://schemas.microsoft.com/office/drawing/2014/main" id="{BD41845D-10B9-14E9-B715-20F57E01BC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979459" y="2219387"/>
                  <a:ext cx="1080000" cy="1080000"/>
                </a:xfrm>
                <a:prstGeom prst="rect">
                  <a:avLst/>
                </a:prstGeom>
              </p:spPr>
            </p:pic>
            <p:pic>
              <p:nvPicPr>
                <p:cNvPr id="32" name="Graphic 31" descr="Question Mark with solid fill">
                  <a:extLst>
                    <a:ext uri="{FF2B5EF4-FFF2-40B4-BE49-F238E27FC236}">
                      <a16:creationId xmlns:a16="http://schemas.microsoft.com/office/drawing/2014/main" id="{269E8615-FBE2-8060-ADEC-36DAB00B30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356481" y="2512800"/>
                  <a:ext cx="364671" cy="364671"/>
                </a:xfrm>
                <a:prstGeom prst="rect">
                  <a:avLst/>
                </a:prstGeom>
              </p:spPr>
            </p:pic>
          </p:grpSp>
          <p:grpSp>
            <p:nvGrpSpPr>
              <p:cNvPr id="39" name="Group 38">
                <a:extLst>
                  <a:ext uri="{FF2B5EF4-FFF2-40B4-BE49-F238E27FC236}">
                    <a16:creationId xmlns:a16="http://schemas.microsoft.com/office/drawing/2014/main" id="{027E7AE2-CD5A-D86B-2379-493F96FE10A5}"/>
                  </a:ext>
                </a:extLst>
              </p:cNvPr>
              <p:cNvGrpSpPr/>
              <p:nvPr/>
            </p:nvGrpSpPr>
            <p:grpSpPr>
              <a:xfrm>
                <a:off x="14263015" y="2939171"/>
                <a:ext cx="1080000" cy="1080000"/>
                <a:chOff x="15039688" y="2897558"/>
                <a:chExt cx="1080000" cy="1080000"/>
              </a:xfrm>
            </p:grpSpPr>
            <p:pic>
              <p:nvPicPr>
                <p:cNvPr id="35" name="Graphic 34" descr="Speech outline">
                  <a:extLst>
                    <a:ext uri="{FF2B5EF4-FFF2-40B4-BE49-F238E27FC236}">
                      <a16:creationId xmlns:a16="http://schemas.microsoft.com/office/drawing/2014/main" id="{1DF16590-FBDA-FC8F-A524-581669006D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15039688" y="2897558"/>
                  <a:ext cx="1080000" cy="1080000"/>
                </a:xfrm>
                <a:prstGeom prst="rect">
                  <a:avLst/>
                </a:prstGeom>
              </p:spPr>
            </p:pic>
            <p:pic>
              <p:nvPicPr>
                <p:cNvPr id="38" name="Graphic 37" descr="Exclamation mark with solid fill">
                  <a:extLst>
                    <a:ext uri="{FF2B5EF4-FFF2-40B4-BE49-F238E27FC236}">
                      <a16:creationId xmlns:a16="http://schemas.microsoft.com/office/drawing/2014/main" id="{19A4EC1E-8D89-BC27-B341-B900B924929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400800" y="3169852"/>
                  <a:ext cx="396000" cy="396000"/>
                </a:xfrm>
                <a:prstGeom prst="rect">
                  <a:avLst/>
                </a:prstGeom>
              </p:spPr>
            </p:pic>
          </p:grpSp>
        </p:grpSp>
        <p:grpSp>
          <p:nvGrpSpPr>
            <p:cNvPr id="49" name="Group 48">
              <a:extLst>
                <a:ext uri="{FF2B5EF4-FFF2-40B4-BE49-F238E27FC236}">
                  <a16:creationId xmlns:a16="http://schemas.microsoft.com/office/drawing/2014/main" id="{5313D7F9-2047-3DAE-9675-14A41627DE86}"/>
                </a:ext>
              </a:extLst>
            </p:cNvPr>
            <p:cNvGrpSpPr/>
            <p:nvPr/>
          </p:nvGrpSpPr>
          <p:grpSpPr>
            <a:xfrm>
              <a:off x="7387985" y="1517012"/>
              <a:ext cx="1908000" cy="7741288"/>
              <a:chOff x="7086600" y="1440951"/>
              <a:chExt cx="1908000" cy="7741288"/>
            </a:xfrm>
            <a:solidFill>
              <a:srgbClr val="000000"/>
            </a:solidFill>
          </p:grpSpPr>
          <p:pic>
            <p:nvPicPr>
              <p:cNvPr id="42" name="Graphic 41" descr="Vlog with solid fill">
                <a:extLst>
                  <a:ext uri="{FF2B5EF4-FFF2-40B4-BE49-F238E27FC236}">
                    <a16:creationId xmlns:a16="http://schemas.microsoft.com/office/drawing/2014/main" id="{C40344C4-8F05-076D-E178-3DA722C043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86600" y="1440951"/>
                <a:ext cx="1908000" cy="1908000"/>
              </a:xfrm>
              <a:prstGeom prst="rect">
                <a:avLst/>
              </a:prstGeom>
            </p:spPr>
          </p:pic>
          <p:pic>
            <p:nvPicPr>
              <p:cNvPr id="44" name="Graphic 43" descr="Newspaper with solid fill">
                <a:extLst>
                  <a:ext uri="{FF2B5EF4-FFF2-40B4-BE49-F238E27FC236}">
                    <a16:creationId xmlns:a16="http://schemas.microsoft.com/office/drawing/2014/main" id="{1A75F3E8-5EBE-252D-12FB-67A9619A181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86600" y="7274239"/>
                <a:ext cx="1908000" cy="1908000"/>
              </a:xfrm>
              <a:prstGeom prst="rect">
                <a:avLst/>
              </a:prstGeom>
            </p:spPr>
          </p:pic>
        </p:grpSp>
        <p:pic>
          <p:nvPicPr>
            <p:cNvPr id="46" name="Graphic 45" descr="Lecturer with solid fill">
              <a:extLst>
                <a:ext uri="{FF2B5EF4-FFF2-40B4-BE49-F238E27FC236}">
                  <a16:creationId xmlns:a16="http://schemas.microsoft.com/office/drawing/2014/main" id="{BF56A85C-080F-3F82-E498-59DA6569772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260233" y="4568477"/>
              <a:ext cx="1794084" cy="1794084"/>
            </a:xfrm>
            <a:prstGeom prst="rect">
              <a:avLst/>
            </a:prstGeom>
          </p:spPr>
        </p:pic>
      </p:grpSp>
      <p:pic>
        <p:nvPicPr>
          <p:cNvPr id="54" name="Graphic 53">
            <a:extLst>
              <a:ext uri="{FF2B5EF4-FFF2-40B4-BE49-F238E27FC236}">
                <a16:creationId xmlns:a16="http://schemas.microsoft.com/office/drawing/2014/main" id="{F4F71BE9-F082-D241-1B41-C6D947319B3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909604" y="3535445"/>
            <a:ext cx="2219325" cy="1019175"/>
          </a:xfrm>
          <a:prstGeom prst="rect">
            <a:avLst/>
          </a:prstGeom>
        </p:spPr>
      </p:pic>
      <p:pic>
        <p:nvPicPr>
          <p:cNvPr id="56" name="Graphic 55">
            <a:extLst>
              <a:ext uri="{FF2B5EF4-FFF2-40B4-BE49-F238E27FC236}">
                <a16:creationId xmlns:a16="http://schemas.microsoft.com/office/drawing/2014/main" id="{C177B3CA-CFB8-643E-E843-386604CC93E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71751" y="4472325"/>
            <a:ext cx="1698618" cy="1019171"/>
          </a:xfrm>
          <a:prstGeom prst="rect">
            <a:avLst/>
          </a:prstGeom>
        </p:spPr>
      </p:pic>
      <p:pic>
        <p:nvPicPr>
          <p:cNvPr id="60" name="Graphic 59">
            <a:extLst>
              <a:ext uri="{FF2B5EF4-FFF2-40B4-BE49-F238E27FC236}">
                <a16:creationId xmlns:a16="http://schemas.microsoft.com/office/drawing/2014/main" id="{DCD16931-EC5B-277A-440C-686B9CCFF46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18066" y="5072062"/>
            <a:ext cx="10204991" cy="1342762"/>
          </a:xfrm>
          <a:prstGeom prst="rect">
            <a:avLst/>
          </a:prstGeom>
        </p:spPr>
      </p:pic>
      <p:pic>
        <p:nvPicPr>
          <p:cNvPr id="62" name="Graphic 61">
            <a:extLst>
              <a:ext uri="{FF2B5EF4-FFF2-40B4-BE49-F238E27FC236}">
                <a16:creationId xmlns:a16="http://schemas.microsoft.com/office/drawing/2014/main" id="{7F1B1F4D-8864-B2EE-BF86-3C24076BB05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023245" y="6654450"/>
            <a:ext cx="3944588" cy="519024"/>
          </a:xfrm>
          <a:prstGeom prst="rect">
            <a:avLst/>
          </a:prstGeom>
        </p:spPr>
      </p:pic>
      <p:pic>
        <p:nvPicPr>
          <p:cNvPr id="64" name="Graphic 63">
            <a:extLst>
              <a:ext uri="{FF2B5EF4-FFF2-40B4-BE49-F238E27FC236}">
                <a16:creationId xmlns:a16="http://schemas.microsoft.com/office/drawing/2014/main" id="{76A5FA41-62A6-7B08-0CEA-122795E8572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481548" y="5838250"/>
            <a:ext cx="3218545" cy="576574"/>
          </a:xfrm>
          <a:prstGeom prst="rect">
            <a:avLst/>
          </a:prstGeom>
        </p:spPr>
      </p:pic>
    </p:spTree>
    <p:extLst>
      <p:ext uri="{BB962C8B-B14F-4D97-AF65-F5344CB8AC3E}">
        <p14:creationId xmlns:p14="http://schemas.microsoft.com/office/powerpoint/2010/main" val="1550869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F314-CC68-7EE9-B1D6-F21565A2F949}"/>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11D03E3A-2AE8-BC73-B7B4-BFAF14804E7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084BE27B-0D45-E4A6-84F9-4E2A4700FFC1}"/>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AFE75D5B-DF6B-5357-391C-9F45978E9531}"/>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E4A608EB-B234-6BB9-BFCE-CC8517788AB2}"/>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CFE94882-3F6C-EA7D-FF1F-29165717B1C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EA9A6BD6-5D81-B37D-2BDC-C896ECE8AC1E}"/>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11</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
        <p:nvSpPr>
          <p:cNvPr id="12" name="Arrow: Bent 11">
            <a:extLst>
              <a:ext uri="{FF2B5EF4-FFF2-40B4-BE49-F238E27FC236}">
                <a16:creationId xmlns:a16="http://schemas.microsoft.com/office/drawing/2014/main" id="{C7CB31E4-D26C-6776-FF87-65112D4A07F0}"/>
              </a:ext>
            </a:extLst>
          </p:cNvPr>
          <p:cNvSpPr/>
          <p:nvPr/>
        </p:nvSpPr>
        <p:spPr>
          <a:xfrm rot="5400000">
            <a:off x="9859136" y="2129504"/>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Arrow: Bent 13">
            <a:extLst>
              <a:ext uri="{FF2B5EF4-FFF2-40B4-BE49-F238E27FC236}">
                <a16:creationId xmlns:a16="http://schemas.microsoft.com/office/drawing/2014/main" id="{21F52F91-AA20-78F3-F195-A75241D01A9C}"/>
              </a:ext>
            </a:extLst>
          </p:cNvPr>
          <p:cNvSpPr/>
          <p:nvPr/>
        </p:nvSpPr>
        <p:spPr>
          <a:xfrm rot="10800000">
            <a:off x="9753601" y="6604998"/>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48" name="Group 47">
            <a:extLst>
              <a:ext uri="{FF2B5EF4-FFF2-40B4-BE49-F238E27FC236}">
                <a16:creationId xmlns:a16="http://schemas.microsoft.com/office/drawing/2014/main" id="{B41432AE-00F6-826D-52CA-5F68030D911E}"/>
              </a:ext>
            </a:extLst>
          </p:cNvPr>
          <p:cNvGrpSpPr/>
          <p:nvPr/>
        </p:nvGrpSpPr>
        <p:grpSpPr>
          <a:xfrm>
            <a:off x="4698084" y="2039467"/>
            <a:ext cx="2196101" cy="6602246"/>
            <a:chOff x="4280899" y="1963406"/>
            <a:chExt cx="2196101" cy="6602246"/>
          </a:xfrm>
        </p:grpSpPr>
        <p:sp>
          <p:nvSpPr>
            <p:cNvPr id="9" name="Arrow: Bent 8">
              <a:extLst>
                <a:ext uri="{FF2B5EF4-FFF2-40B4-BE49-F238E27FC236}">
                  <a16:creationId xmlns:a16="http://schemas.microsoft.com/office/drawing/2014/main" id="{B8091DA7-81B4-F863-1BA6-AFE4C2FA1373}"/>
                </a:ext>
              </a:extLst>
            </p:cNvPr>
            <p:cNvSpPr/>
            <p:nvPr/>
          </p:nvSpPr>
          <p:spPr>
            <a:xfrm>
              <a:off x="4350250" y="1963406"/>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Arrow: Bent 15">
              <a:extLst>
                <a:ext uri="{FF2B5EF4-FFF2-40B4-BE49-F238E27FC236}">
                  <a16:creationId xmlns:a16="http://schemas.microsoft.com/office/drawing/2014/main" id="{B956FD56-C2C1-07D0-968D-7AEA5A396A60}"/>
                </a:ext>
              </a:extLst>
            </p:cNvPr>
            <p:cNvSpPr/>
            <p:nvPr/>
          </p:nvSpPr>
          <p:spPr>
            <a:xfrm rot="16200000">
              <a:off x="4350250" y="6438901"/>
              <a:ext cx="2057400" cy="2196101"/>
            </a:xfrm>
            <a:prstGeom prst="bentArrow">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27" name="Group 26">
            <a:extLst>
              <a:ext uri="{FF2B5EF4-FFF2-40B4-BE49-F238E27FC236}">
                <a16:creationId xmlns:a16="http://schemas.microsoft.com/office/drawing/2014/main" id="{0B1ADC24-DDC9-CB96-3D9D-78529075BFAA}"/>
              </a:ext>
            </a:extLst>
          </p:cNvPr>
          <p:cNvGrpSpPr/>
          <p:nvPr/>
        </p:nvGrpSpPr>
        <p:grpSpPr>
          <a:xfrm>
            <a:off x="6900075" y="1162742"/>
            <a:ext cx="1080000" cy="1080000"/>
            <a:chOff x="12636000" y="3246967"/>
            <a:chExt cx="1080000" cy="1080000"/>
          </a:xfrm>
        </p:grpSpPr>
        <p:pic>
          <p:nvPicPr>
            <p:cNvPr id="24" name="Graphic 23" descr="Speech outline">
              <a:extLst>
                <a:ext uri="{FF2B5EF4-FFF2-40B4-BE49-F238E27FC236}">
                  <a16:creationId xmlns:a16="http://schemas.microsoft.com/office/drawing/2014/main" id="{459CE72C-0EE8-3AF0-33AF-9478677FB5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36000" y="3246967"/>
              <a:ext cx="1080000" cy="1080000"/>
            </a:xfrm>
            <a:prstGeom prst="rect">
              <a:avLst/>
            </a:prstGeom>
          </p:spPr>
        </p:pic>
        <p:pic>
          <p:nvPicPr>
            <p:cNvPr id="26" name="Graphic 25" descr="Lights On with solid fill">
              <a:extLst>
                <a:ext uri="{FF2B5EF4-FFF2-40B4-BE49-F238E27FC236}">
                  <a16:creationId xmlns:a16="http://schemas.microsoft.com/office/drawing/2014/main" id="{54E2F53F-4CAF-1B8D-1D12-7F45139592A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996000" y="3540744"/>
              <a:ext cx="383556" cy="383556"/>
            </a:xfrm>
            <a:prstGeom prst="rect">
              <a:avLst/>
            </a:prstGeom>
          </p:spPr>
        </p:pic>
      </p:grpSp>
      <p:grpSp>
        <p:nvGrpSpPr>
          <p:cNvPr id="33" name="Group 32">
            <a:extLst>
              <a:ext uri="{FF2B5EF4-FFF2-40B4-BE49-F238E27FC236}">
                <a16:creationId xmlns:a16="http://schemas.microsoft.com/office/drawing/2014/main" id="{7DF85D12-05E6-7ED5-19B6-5DC112347AA3}"/>
              </a:ext>
            </a:extLst>
          </p:cNvPr>
          <p:cNvGrpSpPr/>
          <p:nvPr/>
        </p:nvGrpSpPr>
        <p:grpSpPr>
          <a:xfrm>
            <a:off x="6900075" y="6972300"/>
            <a:ext cx="1080000" cy="1080000"/>
            <a:chOff x="12979459" y="2219387"/>
            <a:chExt cx="1080000" cy="1080000"/>
          </a:xfrm>
        </p:grpSpPr>
        <p:pic>
          <p:nvPicPr>
            <p:cNvPr id="29" name="Graphic 28" descr="Speech outline">
              <a:extLst>
                <a:ext uri="{FF2B5EF4-FFF2-40B4-BE49-F238E27FC236}">
                  <a16:creationId xmlns:a16="http://schemas.microsoft.com/office/drawing/2014/main" id="{7F5C03D2-8165-07CF-A82C-DE25AE0DE7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979459" y="2219387"/>
              <a:ext cx="1080000" cy="1080000"/>
            </a:xfrm>
            <a:prstGeom prst="rect">
              <a:avLst/>
            </a:prstGeom>
          </p:spPr>
        </p:pic>
        <p:pic>
          <p:nvPicPr>
            <p:cNvPr id="32" name="Graphic 31" descr="Question Mark with solid fill">
              <a:extLst>
                <a:ext uri="{FF2B5EF4-FFF2-40B4-BE49-F238E27FC236}">
                  <a16:creationId xmlns:a16="http://schemas.microsoft.com/office/drawing/2014/main" id="{77FAE3AE-DF15-22D4-8F2A-98A71DBF63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356481" y="2512800"/>
              <a:ext cx="364671" cy="364671"/>
            </a:xfrm>
            <a:prstGeom prst="rect">
              <a:avLst/>
            </a:prstGeom>
          </p:spPr>
        </p:pic>
      </p:grpSp>
      <p:grpSp>
        <p:nvGrpSpPr>
          <p:cNvPr id="39" name="Group 38">
            <a:extLst>
              <a:ext uri="{FF2B5EF4-FFF2-40B4-BE49-F238E27FC236}">
                <a16:creationId xmlns:a16="http://schemas.microsoft.com/office/drawing/2014/main" id="{4E833B9A-BFBD-796A-333D-813E710229DD}"/>
              </a:ext>
            </a:extLst>
          </p:cNvPr>
          <p:cNvGrpSpPr/>
          <p:nvPr/>
        </p:nvGrpSpPr>
        <p:grpSpPr>
          <a:xfrm>
            <a:off x="11872770" y="4048094"/>
            <a:ext cx="1080000" cy="1080000"/>
            <a:chOff x="15039688" y="2897558"/>
            <a:chExt cx="1080000" cy="1080000"/>
          </a:xfrm>
        </p:grpSpPr>
        <p:pic>
          <p:nvPicPr>
            <p:cNvPr id="35" name="Graphic 34" descr="Speech outline">
              <a:extLst>
                <a:ext uri="{FF2B5EF4-FFF2-40B4-BE49-F238E27FC236}">
                  <a16:creationId xmlns:a16="http://schemas.microsoft.com/office/drawing/2014/main" id="{8D12B1F3-DA98-FB52-5AC5-B89DC8616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5039688" y="2897558"/>
              <a:ext cx="1080000" cy="1080000"/>
            </a:xfrm>
            <a:prstGeom prst="rect">
              <a:avLst/>
            </a:prstGeom>
          </p:spPr>
        </p:pic>
        <p:pic>
          <p:nvPicPr>
            <p:cNvPr id="38" name="Graphic 37" descr="Exclamation mark with solid fill">
              <a:extLst>
                <a:ext uri="{FF2B5EF4-FFF2-40B4-BE49-F238E27FC236}">
                  <a16:creationId xmlns:a16="http://schemas.microsoft.com/office/drawing/2014/main" id="{D4C39533-55F1-6A44-E225-C8E8CC15F0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400800" y="3169852"/>
              <a:ext cx="396000" cy="396000"/>
            </a:xfrm>
            <a:prstGeom prst="rect">
              <a:avLst/>
            </a:prstGeom>
          </p:spPr>
        </p:pic>
      </p:grpSp>
      <p:pic>
        <p:nvPicPr>
          <p:cNvPr id="46" name="Graphic 45" descr="Lecturer with solid fill">
            <a:extLst>
              <a:ext uri="{FF2B5EF4-FFF2-40B4-BE49-F238E27FC236}">
                <a16:creationId xmlns:a16="http://schemas.microsoft.com/office/drawing/2014/main" id="{A4E723AF-1A5F-CDF0-8B72-AF5DB6775A8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60233" y="4568477"/>
            <a:ext cx="1794084" cy="1794084"/>
          </a:xfrm>
          <a:prstGeom prst="rect">
            <a:avLst/>
          </a:prstGeom>
        </p:spPr>
      </p:pic>
      <p:pic>
        <p:nvPicPr>
          <p:cNvPr id="8" name="Graphic 7" descr="Programmer male with solid fill">
            <a:extLst>
              <a:ext uri="{FF2B5EF4-FFF2-40B4-BE49-F238E27FC236}">
                <a16:creationId xmlns:a16="http://schemas.microsoft.com/office/drawing/2014/main" id="{8AAF8706-BF98-FBA5-7E4C-BDB47B3674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943356" y="4771537"/>
            <a:ext cx="1224000" cy="1224000"/>
          </a:xfrm>
          <a:prstGeom prst="rect">
            <a:avLst/>
          </a:prstGeom>
        </p:spPr>
      </p:pic>
      <p:pic>
        <p:nvPicPr>
          <p:cNvPr id="13" name="Graphic 12" descr="Programmer female with solid fill">
            <a:extLst>
              <a:ext uri="{FF2B5EF4-FFF2-40B4-BE49-F238E27FC236}">
                <a16:creationId xmlns:a16="http://schemas.microsoft.com/office/drawing/2014/main" id="{AD722290-225B-BCFE-EDD1-FBE55C74AB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44580" y="7603713"/>
            <a:ext cx="1224000" cy="1224000"/>
          </a:xfrm>
          <a:prstGeom prst="rect">
            <a:avLst/>
          </a:prstGeom>
        </p:spPr>
      </p:pic>
      <p:pic>
        <p:nvPicPr>
          <p:cNvPr id="17" name="Graphic 16" descr="Programmer female with solid fill">
            <a:extLst>
              <a:ext uri="{FF2B5EF4-FFF2-40B4-BE49-F238E27FC236}">
                <a16:creationId xmlns:a16="http://schemas.microsoft.com/office/drawing/2014/main" id="{3AB71A2D-D9E9-B1E2-9681-DC6B9F53736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44580" y="1857891"/>
            <a:ext cx="1224000" cy="1224000"/>
          </a:xfrm>
          <a:prstGeom prst="rect">
            <a:avLst/>
          </a:prstGeom>
        </p:spPr>
      </p:pic>
      <p:pic>
        <p:nvPicPr>
          <p:cNvPr id="19" name="Graphic 18">
            <a:extLst>
              <a:ext uri="{FF2B5EF4-FFF2-40B4-BE49-F238E27FC236}">
                <a16:creationId xmlns:a16="http://schemas.microsoft.com/office/drawing/2014/main" id="{E18A340E-FD4F-EA5E-A876-EC295FA0D62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37870" y="4191100"/>
            <a:ext cx="1375667" cy="1375667"/>
          </a:xfrm>
          <a:prstGeom prst="rect">
            <a:avLst/>
          </a:prstGeom>
        </p:spPr>
      </p:pic>
      <p:pic>
        <p:nvPicPr>
          <p:cNvPr id="22" name="Graphic 21">
            <a:extLst>
              <a:ext uri="{FF2B5EF4-FFF2-40B4-BE49-F238E27FC236}">
                <a16:creationId xmlns:a16="http://schemas.microsoft.com/office/drawing/2014/main" id="{8809897D-6FA6-762F-E607-9C9851F3960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958277" y="3619500"/>
            <a:ext cx="1490523" cy="1490523"/>
          </a:xfrm>
          <a:prstGeom prst="rect">
            <a:avLst/>
          </a:prstGeom>
        </p:spPr>
      </p:pic>
      <p:pic>
        <p:nvPicPr>
          <p:cNvPr id="25" name="Graphic 24">
            <a:extLst>
              <a:ext uri="{FF2B5EF4-FFF2-40B4-BE49-F238E27FC236}">
                <a16:creationId xmlns:a16="http://schemas.microsoft.com/office/drawing/2014/main" id="{158DF105-A92B-07F5-9C02-D2BA2ED271A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323503" y="5340206"/>
            <a:ext cx="1570455" cy="1570455"/>
          </a:xfrm>
          <a:prstGeom prst="rect">
            <a:avLst/>
          </a:prstGeom>
        </p:spPr>
      </p:pic>
      <p:pic>
        <p:nvPicPr>
          <p:cNvPr id="30" name="Graphic 29">
            <a:extLst>
              <a:ext uri="{FF2B5EF4-FFF2-40B4-BE49-F238E27FC236}">
                <a16:creationId xmlns:a16="http://schemas.microsoft.com/office/drawing/2014/main" id="{72877CF5-37B3-D4BB-2308-1F2F683861C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101276" y="5020667"/>
            <a:ext cx="1490524" cy="1490524"/>
          </a:xfrm>
          <a:prstGeom prst="rect">
            <a:avLst/>
          </a:prstGeom>
        </p:spPr>
      </p:pic>
    </p:spTree>
    <p:extLst>
      <p:ext uri="{BB962C8B-B14F-4D97-AF65-F5344CB8AC3E}">
        <p14:creationId xmlns:p14="http://schemas.microsoft.com/office/powerpoint/2010/main" val="1102881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0ED9-BBE0-3181-EA33-B92A5F2DAFF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9ED30E7-43F5-3A87-E8F4-996D584CCB2C}"/>
              </a:ext>
            </a:extLst>
          </p:cNvPr>
          <p:cNvSpPr txBox="1"/>
          <p:nvPr/>
        </p:nvSpPr>
        <p:spPr>
          <a:xfrm>
            <a:off x="1028700" y="1943100"/>
            <a:ext cx="16213111" cy="2462213"/>
          </a:xfrm>
          <a:prstGeom prst="rect">
            <a:avLst/>
          </a:prstGeom>
        </p:spPr>
        <p:txBody>
          <a:bodyPr lIns="0" tIns="0" rIns="0" bIns="0" rtlCol="0" anchor="t">
            <a:spAutoFit/>
          </a:bodyPr>
          <a:lstStyle/>
          <a:p>
            <a:pPr>
              <a:lnSpc>
                <a:spcPts val="9600"/>
              </a:lnSpc>
            </a:pPr>
            <a:r>
              <a:rPr lang="de-DE" sz="8000" dirty="0">
                <a:latin typeface="Noto Serif"/>
                <a:ea typeface="Noto Serif"/>
                <a:cs typeface="Noto Serif"/>
                <a:sym typeface="Noto Serif"/>
              </a:rPr>
              <a:t>Digitale Souveränität und demokratische Werte</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2F6276FB-A6A4-DFDD-5DF9-DAAB4E7DCB69}"/>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60BCCEE3-6CEA-8B0D-9F9E-36F0BE712AF4}"/>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625E5B5D-BC12-9062-D869-06154E494A23}"/>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09DAA333-B293-4524-A868-A1AE1301EEE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92A74206-65F6-84EA-6E91-0DB8BF13C61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7461246D-CF14-398F-FC25-399700526F3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015946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A136E-0455-1433-DDB5-BF215B77FE43}"/>
            </a:ext>
          </a:extLst>
        </p:cNvPr>
        <p:cNvGrpSpPr/>
        <p:nvPr/>
      </p:nvGrpSpPr>
      <p:grpSpPr>
        <a:xfrm>
          <a:off x="0" y="0"/>
          <a:ext cx="0" cy="0"/>
          <a:chOff x="0" y="0"/>
          <a:chExt cx="0" cy="0"/>
        </a:xfrm>
      </p:grpSpPr>
      <p:sp>
        <p:nvSpPr>
          <p:cNvPr id="30" name="Oval 29">
            <a:extLst>
              <a:ext uri="{FF2B5EF4-FFF2-40B4-BE49-F238E27FC236}">
                <a16:creationId xmlns:a16="http://schemas.microsoft.com/office/drawing/2014/main" id="{5F7FE62C-8866-941C-BDD1-8F7D2B3A4351}"/>
              </a:ext>
            </a:extLst>
          </p:cNvPr>
          <p:cNvSpPr/>
          <p:nvPr/>
        </p:nvSpPr>
        <p:spPr>
          <a:xfrm>
            <a:off x="7533544" y="6438900"/>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8" name="Oval 27">
            <a:extLst>
              <a:ext uri="{FF2B5EF4-FFF2-40B4-BE49-F238E27FC236}">
                <a16:creationId xmlns:a16="http://schemas.microsoft.com/office/drawing/2014/main" id="{F5DBAFB9-2E1E-D068-82FB-5152A30CDE9C}"/>
              </a:ext>
            </a:extLst>
          </p:cNvPr>
          <p:cNvSpPr/>
          <p:nvPr/>
        </p:nvSpPr>
        <p:spPr>
          <a:xfrm>
            <a:off x="9167989" y="1284173"/>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0" name="Freeform 10">
            <a:extLst>
              <a:ext uri="{FF2B5EF4-FFF2-40B4-BE49-F238E27FC236}">
                <a16:creationId xmlns:a16="http://schemas.microsoft.com/office/drawing/2014/main" id="{BE0C962E-64D4-0569-54C5-955C445CF85F}"/>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93D561FE-617B-0C0D-B6E6-9B3EC22558ED}"/>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0A2C51D6-5807-6B32-0D03-404C4C8EC683}"/>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DD95B615-A580-1471-E829-409E33A5FCF2}"/>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F0F3A444-B796-5CAF-B67F-358C64A27291}"/>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AAF64F96-AE91-80F5-5AB1-2AFD38257198}"/>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13</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grpSp>
        <p:nvGrpSpPr>
          <p:cNvPr id="49" name="Group 48">
            <a:extLst>
              <a:ext uri="{FF2B5EF4-FFF2-40B4-BE49-F238E27FC236}">
                <a16:creationId xmlns:a16="http://schemas.microsoft.com/office/drawing/2014/main" id="{DC7FC765-9618-EC66-3347-2D5DE2B321B2}"/>
              </a:ext>
            </a:extLst>
          </p:cNvPr>
          <p:cNvGrpSpPr/>
          <p:nvPr/>
        </p:nvGrpSpPr>
        <p:grpSpPr>
          <a:xfrm>
            <a:off x="2745764" y="2671064"/>
            <a:ext cx="3318871" cy="3318871"/>
            <a:chOff x="2745764" y="2671064"/>
            <a:chExt cx="3318871" cy="3318871"/>
          </a:xfrm>
        </p:grpSpPr>
        <p:sp>
          <p:nvSpPr>
            <p:cNvPr id="26" name="Oval 25">
              <a:extLst>
                <a:ext uri="{FF2B5EF4-FFF2-40B4-BE49-F238E27FC236}">
                  <a16:creationId xmlns:a16="http://schemas.microsoft.com/office/drawing/2014/main" id="{EFDDCF56-4EA5-94BC-8FEF-F81DF7CC066C}"/>
                </a:ext>
              </a:extLst>
            </p:cNvPr>
            <p:cNvSpPr/>
            <p:nvPr/>
          </p:nvSpPr>
          <p:spPr>
            <a:xfrm>
              <a:off x="2745764" y="2671064"/>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9" name="Graphic 8" descr="Woman with solid fill">
              <a:extLst>
                <a:ext uri="{FF2B5EF4-FFF2-40B4-BE49-F238E27FC236}">
                  <a16:creationId xmlns:a16="http://schemas.microsoft.com/office/drawing/2014/main" id="{799AC14C-87D5-1248-7E9D-82AA7FB2B1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5200" y="3430500"/>
              <a:ext cx="1800000" cy="1800000"/>
            </a:xfrm>
            <a:prstGeom prst="rect">
              <a:avLst/>
            </a:prstGeom>
          </p:spPr>
        </p:pic>
      </p:grpSp>
      <p:grpSp>
        <p:nvGrpSpPr>
          <p:cNvPr id="15" name="Group 14">
            <a:extLst>
              <a:ext uri="{FF2B5EF4-FFF2-40B4-BE49-F238E27FC236}">
                <a16:creationId xmlns:a16="http://schemas.microsoft.com/office/drawing/2014/main" id="{3202E5C7-69B1-7CDD-346F-E64CEAC2DD57}"/>
              </a:ext>
            </a:extLst>
          </p:cNvPr>
          <p:cNvGrpSpPr>
            <a:grpSpLocks noChangeAspect="1"/>
          </p:cNvGrpSpPr>
          <p:nvPr/>
        </p:nvGrpSpPr>
        <p:grpSpPr>
          <a:xfrm>
            <a:off x="10287000" y="1863609"/>
            <a:ext cx="1351064" cy="1800000"/>
            <a:chOff x="9144000" y="3467100"/>
            <a:chExt cx="1143000" cy="1524000"/>
          </a:xfrm>
        </p:grpSpPr>
        <p:pic>
          <p:nvPicPr>
            <p:cNvPr id="12" name="Graphic 11" descr="Flag with solid fill">
              <a:extLst>
                <a:ext uri="{FF2B5EF4-FFF2-40B4-BE49-F238E27FC236}">
                  <a16:creationId xmlns:a16="http://schemas.microsoft.com/office/drawing/2014/main" id="{1A276B23-0DC0-2AAF-364C-D7ABCB75079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2600" y="3467100"/>
              <a:ext cx="914400" cy="914400"/>
            </a:xfrm>
            <a:prstGeom prst="rect">
              <a:avLst/>
            </a:prstGeom>
          </p:spPr>
        </p:pic>
        <p:pic>
          <p:nvPicPr>
            <p:cNvPr id="14" name="Graphic 13" descr="Earth globe: Americas with solid fill">
              <a:extLst>
                <a:ext uri="{FF2B5EF4-FFF2-40B4-BE49-F238E27FC236}">
                  <a16:creationId xmlns:a16="http://schemas.microsoft.com/office/drawing/2014/main" id="{E042CC9B-FE7D-E5C0-FEDC-309CB4D9799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0" y="4076700"/>
              <a:ext cx="914400" cy="914400"/>
            </a:xfrm>
            <a:prstGeom prst="rect">
              <a:avLst/>
            </a:prstGeom>
          </p:spPr>
        </p:pic>
      </p:grpSp>
      <p:pic>
        <p:nvPicPr>
          <p:cNvPr id="17" name="Graphic 16" descr="Cloud Computing with solid fill">
            <a:extLst>
              <a:ext uri="{FF2B5EF4-FFF2-40B4-BE49-F238E27FC236}">
                <a16:creationId xmlns:a16="http://schemas.microsoft.com/office/drawing/2014/main" id="{A4B73CC9-94A9-4867-23FD-647C36170CA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71449" y="7289062"/>
            <a:ext cx="1530000" cy="1530000"/>
          </a:xfrm>
          <a:prstGeom prst="rect">
            <a:avLst/>
          </a:prstGeom>
        </p:spPr>
      </p:pic>
      <p:sp>
        <p:nvSpPr>
          <p:cNvPr id="18" name="Arrow: Left-Right 17">
            <a:extLst>
              <a:ext uri="{FF2B5EF4-FFF2-40B4-BE49-F238E27FC236}">
                <a16:creationId xmlns:a16="http://schemas.microsoft.com/office/drawing/2014/main" id="{030B73DE-D78B-2AD6-B3AC-8B5085793EED}"/>
              </a:ext>
            </a:extLst>
          </p:cNvPr>
          <p:cNvSpPr/>
          <p:nvPr/>
        </p:nvSpPr>
        <p:spPr>
          <a:xfrm rot="20792173">
            <a:off x="6409552" y="3502182"/>
            <a:ext cx="2520809" cy="651996"/>
          </a:xfrm>
          <a:prstGeom prst="lef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Arrow: Left-Right 19">
            <a:extLst>
              <a:ext uri="{FF2B5EF4-FFF2-40B4-BE49-F238E27FC236}">
                <a16:creationId xmlns:a16="http://schemas.microsoft.com/office/drawing/2014/main" id="{E7D292FE-A596-C2BA-CCB0-D7D811DEC2D1}"/>
              </a:ext>
            </a:extLst>
          </p:cNvPr>
          <p:cNvSpPr/>
          <p:nvPr/>
        </p:nvSpPr>
        <p:spPr>
          <a:xfrm rot="17323897">
            <a:off x="9231165" y="5194974"/>
            <a:ext cx="1584533" cy="651996"/>
          </a:xfrm>
          <a:prstGeom prst="lef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Left-Right 21">
            <a:extLst>
              <a:ext uri="{FF2B5EF4-FFF2-40B4-BE49-F238E27FC236}">
                <a16:creationId xmlns:a16="http://schemas.microsoft.com/office/drawing/2014/main" id="{7F3AC51F-B871-5358-71C3-96E98AA298F2}"/>
              </a:ext>
            </a:extLst>
          </p:cNvPr>
          <p:cNvSpPr/>
          <p:nvPr/>
        </p:nvSpPr>
        <p:spPr>
          <a:xfrm rot="2418568">
            <a:off x="5611974" y="5989448"/>
            <a:ext cx="2298057" cy="651996"/>
          </a:xfrm>
          <a:prstGeom prst="lef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DC22ABB-2760-FE40-1A17-60E732A12C34}"/>
              </a:ext>
            </a:extLst>
          </p:cNvPr>
          <p:cNvSpPr/>
          <p:nvPr/>
        </p:nvSpPr>
        <p:spPr>
          <a:xfrm>
            <a:off x="4927572" y="300990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Autonomie</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2" name="Rectangle 31">
            <a:extLst>
              <a:ext uri="{FF2B5EF4-FFF2-40B4-BE49-F238E27FC236}">
                <a16:creationId xmlns:a16="http://schemas.microsoft.com/office/drawing/2014/main" id="{99D8B279-3E89-D2F4-9533-64E5070DADD4}"/>
              </a:ext>
            </a:extLst>
          </p:cNvPr>
          <p:cNvSpPr/>
          <p:nvPr/>
        </p:nvSpPr>
        <p:spPr>
          <a:xfrm>
            <a:off x="1660317" y="343050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Freiheit</a:t>
            </a:r>
          </a:p>
        </p:txBody>
      </p:sp>
      <p:sp>
        <p:nvSpPr>
          <p:cNvPr id="34" name="Rectangle 33">
            <a:extLst>
              <a:ext uri="{FF2B5EF4-FFF2-40B4-BE49-F238E27FC236}">
                <a16:creationId xmlns:a16="http://schemas.microsoft.com/office/drawing/2014/main" id="{7571C21B-2456-B2AE-7DBC-39CC2D5CE357}"/>
              </a:ext>
            </a:extLst>
          </p:cNvPr>
          <p:cNvSpPr/>
          <p:nvPr/>
        </p:nvSpPr>
        <p:spPr>
          <a:xfrm>
            <a:off x="3206520" y="5757549"/>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Privatheit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6" name="Rectangle 35">
            <a:extLst>
              <a:ext uri="{FF2B5EF4-FFF2-40B4-BE49-F238E27FC236}">
                <a16:creationId xmlns:a16="http://schemas.microsoft.com/office/drawing/2014/main" id="{79324597-D47C-CBCC-90BC-F0A49CCB7285}"/>
              </a:ext>
            </a:extLst>
          </p:cNvPr>
          <p:cNvSpPr/>
          <p:nvPr/>
        </p:nvSpPr>
        <p:spPr>
          <a:xfrm>
            <a:off x="8534400" y="651510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Offenheit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8" name="Rectangle 37">
            <a:extLst>
              <a:ext uri="{FF2B5EF4-FFF2-40B4-BE49-F238E27FC236}">
                <a16:creationId xmlns:a16="http://schemas.microsoft.com/office/drawing/2014/main" id="{CF4C4256-E5DB-BA42-E44E-C3BC49E08788}"/>
              </a:ext>
            </a:extLst>
          </p:cNvPr>
          <p:cNvSpPr/>
          <p:nvPr/>
        </p:nvSpPr>
        <p:spPr>
          <a:xfrm>
            <a:off x="6400800" y="8728221"/>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Sicherheit</a:t>
            </a:r>
          </a:p>
        </p:txBody>
      </p:sp>
      <p:sp>
        <p:nvSpPr>
          <p:cNvPr id="40" name="Rectangle 39">
            <a:extLst>
              <a:ext uri="{FF2B5EF4-FFF2-40B4-BE49-F238E27FC236}">
                <a16:creationId xmlns:a16="http://schemas.microsoft.com/office/drawing/2014/main" id="{A1B67F17-74C6-98A4-69E4-C7CDF09F7974}"/>
              </a:ext>
            </a:extLst>
          </p:cNvPr>
          <p:cNvSpPr/>
          <p:nvPr/>
        </p:nvSpPr>
        <p:spPr>
          <a:xfrm>
            <a:off x="8305772" y="1758914"/>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Sicherheit</a:t>
            </a:r>
          </a:p>
        </p:txBody>
      </p:sp>
      <p:sp>
        <p:nvSpPr>
          <p:cNvPr id="44" name="Rectangle 43">
            <a:extLst>
              <a:ext uri="{FF2B5EF4-FFF2-40B4-BE49-F238E27FC236}">
                <a16:creationId xmlns:a16="http://schemas.microsoft.com/office/drawing/2014/main" id="{4FAB2B1A-E5E2-D530-D013-F03B5FE6A4F6}"/>
              </a:ext>
            </a:extLst>
          </p:cNvPr>
          <p:cNvSpPr/>
          <p:nvPr/>
        </p:nvSpPr>
        <p:spPr>
          <a:xfrm>
            <a:off x="11695804" y="2631183"/>
            <a:ext cx="2585982"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Gerechtigkeit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6" name="Rectangle 45">
            <a:extLst>
              <a:ext uri="{FF2B5EF4-FFF2-40B4-BE49-F238E27FC236}">
                <a16:creationId xmlns:a16="http://schemas.microsoft.com/office/drawing/2014/main" id="{C991C288-0E3F-AEB3-7049-A73CD1D24EEA}"/>
              </a:ext>
            </a:extLst>
          </p:cNvPr>
          <p:cNvSpPr/>
          <p:nvPr/>
        </p:nvSpPr>
        <p:spPr>
          <a:xfrm>
            <a:off x="9884973" y="8625528"/>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Neutralität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8" name="Rectangle 47">
            <a:extLst>
              <a:ext uri="{FF2B5EF4-FFF2-40B4-BE49-F238E27FC236}">
                <a16:creationId xmlns:a16="http://schemas.microsoft.com/office/drawing/2014/main" id="{62D5818B-CFC3-E0CC-0D5A-3C7C0E07B290}"/>
              </a:ext>
            </a:extLst>
          </p:cNvPr>
          <p:cNvSpPr/>
          <p:nvPr/>
        </p:nvSpPr>
        <p:spPr>
          <a:xfrm>
            <a:off x="8781869" y="3943828"/>
            <a:ext cx="2585982"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Gleichheit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011432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29917-22FE-E748-5953-2F534C61978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BAEA2F5-602E-2D90-E064-7F226D0927D0}"/>
              </a:ext>
            </a:extLst>
          </p:cNvPr>
          <p:cNvSpPr txBox="1"/>
          <p:nvPr/>
        </p:nvSpPr>
        <p:spPr>
          <a:xfrm>
            <a:off x="1028700" y="1943100"/>
            <a:ext cx="16213111" cy="2462213"/>
          </a:xfrm>
          <a:prstGeom prst="rect">
            <a:avLst/>
          </a:prstGeom>
        </p:spPr>
        <p:txBody>
          <a:bodyPr lIns="0" tIns="0" rIns="0" bIns="0" rtlCol="0" anchor="t">
            <a:spAutoFit/>
          </a:bodyPr>
          <a:lstStyle/>
          <a:p>
            <a:pPr>
              <a:lnSpc>
                <a:spcPts val="9600"/>
              </a:lnSpc>
            </a:pPr>
            <a:r>
              <a:rPr lang="de-DE" sz="8000" dirty="0">
                <a:latin typeface="Noto Serif"/>
                <a:ea typeface="Noto Serif"/>
                <a:cs typeface="Noto Serif"/>
                <a:sym typeface="Noto Serif"/>
              </a:rPr>
              <a:t>Wertepluralismus und Inkommensurabilität</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AF4E3229-1A3E-19F5-A2A0-109B8E2A7DB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93D791DE-B9AF-D596-7062-888BC3936C9E}"/>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7E652F3D-A4F5-20E0-FF84-52E5AE2F2944}"/>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9225A437-701C-8BDD-35B8-0D05444C7635}"/>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773227D1-85AC-03B8-78DA-9ADF8176CA3D}"/>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1572687A-83E9-B958-AAF4-10BF6080936B}"/>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14</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036992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EAAE0-C256-A38C-938D-8BACA3779FDB}"/>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E17FB819-0FD0-3915-67F7-5E9C14A5870E}"/>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6945B5A0-CD37-2FDA-CABE-DFCCA16A3DEC}"/>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2B0E1C31-6333-4EEE-89B5-60C63023BA46}"/>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85FA38C7-4FA7-E420-8456-66282D4A0B0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9A692E86-4840-00B0-A169-205E37D1C16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F0721F3B-4B9F-8405-7356-CB7A5F0AF08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15</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grpSp>
        <p:nvGrpSpPr>
          <p:cNvPr id="28" name="Group 27">
            <a:extLst>
              <a:ext uri="{FF2B5EF4-FFF2-40B4-BE49-F238E27FC236}">
                <a16:creationId xmlns:a16="http://schemas.microsoft.com/office/drawing/2014/main" id="{66BF907B-1257-1077-80C8-3D1F1B2ED46C}"/>
              </a:ext>
            </a:extLst>
          </p:cNvPr>
          <p:cNvGrpSpPr/>
          <p:nvPr/>
        </p:nvGrpSpPr>
        <p:grpSpPr>
          <a:xfrm>
            <a:off x="3581400" y="3722004"/>
            <a:ext cx="3318871" cy="3631296"/>
            <a:chOff x="3581400" y="3722004"/>
            <a:chExt cx="3318871" cy="3631296"/>
          </a:xfrm>
        </p:grpSpPr>
        <p:grpSp>
          <p:nvGrpSpPr>
            <p:cNvPr id="8" name="Group 7">
              <a:extLst>
                <a:ext uri="{FF2B5EF4-FFF2-40B4-BE49-F238E27FC236}">
                  <a16:creationId xmlns:a16="http://schemas.microsoft.com/office/drawing/2014/main" id="{927A92F0-1E0F-35DA-910B-7E14672B84D5}"/>
                </a:ext>
              </a:extLst>
            </p:cNvPr>
            <p:cNvGrpSpPr/>
            <p:nvPr/>
          </p:nvGrpSpPr>
          <p:grpSpPr>
            <a:xfrm>
              <a:off x="3581400" y="3722004"/>
              <a:ext cx="3318871" cy="3318871"/>
              <a:chOff x="2745764" y="2671064"/>
              <a:chExt cx="3318871" cy="3318871"/>
            </a:xfrm>
          </p:grpSpPr>
          <p:sp>
            <p:nvSpPr>
              <p:cNvPr id="9" name="Oval 8">
                <a:extLst>
                  <a:ext uri="{FF2B5EF4-FFF2-40B4-BE49-F238E27FC236}">
                    <a16:creationId xmlns:a16="http://schemas.microsoft.com/office/drawing/2014/main" id="{15D49F89-9620-F4C5-9863-9F34B794D8F6}"/>
                  </a:ext>
                </a:extLst>
              </p:cNvPr>
              <p:cNvSpPr/>
              <p:nvPr/>
            </p:nvSpPr>
            <p:spPr>
              <a:xfrm>
                <a:off x="2745764" y="2671064"/>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11" name="Graphic 10" descr="Woman with solid fill">
                <a:extLst>
                  <a:ext uri="{FF2B5EF4-FFF2-40B4-BE49-F238E27FC236}">
                    <a16:creationId xmlns:a16="http://schemas.microsoft.com/office/drawing/2014/main" id="{6019BD98-394B-79A9-4657-2C3AA30EC6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5200" y="3430500"/>
                <a:ext cx="1800000" cy="1800000"/>
              </a:xfrm>
              <a:prstGeom prst="rect">
                <a:avLst/>
              </a:prstGeom>
            </p:spPr>
          </p:pic>
        </p:grpSp>
        <p:sp>
          <p:nvSpPr>
            <p:cNvPr id="19" name="Rectangle 18">
              <a:extLst>
                <a:ext uri="{FF2B5EF4-FFF2-40B4-BE49-F238E27FC236}">
                  <a16:creationId xmlns:a16="http://schemas.microsoft.com/office/drawing/2014/main" id="{8D7D7653-6437-28C3-5843-9D59E22EC25E}"/>
                </a:ext>
              </a:extLst>
            </p:cNvPr>
            <p:cNvSpPr/>
            <p:nvPr/>
          </p:nvSpPr>
          <p:spPr>
            <a:xfrm>
              <a:off x="4237521" y="672845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Freiheit</a:t>
              </a:r>
            </a:p>
          </p:txBody>
        </p:sp>
      </p:grpSp>
      <p:grpSp>
        <p:nvGrpSpPr>
          <p:cNvPr id="29" name="Group 28">
            <a:extLst>
              <a:ext uri="{FF2B5EF4-FFF2-40B4-BE49-F238E27FC236}">
                <a16:creationId xmlns:a16="http://schemas.microsoft.com/office/drawing/2014/main" id="{5940A053-1622-A599-6BC5-54D7F109DB87}"/>
              </a:ext>
            </a:extLst>
          </p:cNvPr>
          <p:cNvGrpSpPr/>
          <p:nvPr/>
        </p:nvGrpSpPr>
        <p:grpSpPr>
          <a:xfrm>
            <a:off x="11387729" y="3722004"/>
            <a:ext cx="3318871" cy="3631296"/>
            <a:chOff x="11387729" y="3722004"/>
            <a:chExt cx="3318871" cy="3631296"/>
          </a:xfrm>
        </p:grpSpPr>
        <p:grpSp>
          <p:nvGrpSpPr>
            <p:cNvPr id="16" name="Group 15">
              <a:extLst>
                <a:ext uri="{FF2B5EF4-FFF2-40B4-BE49-F238E27FC236}">
                  <a16:creationId xmlns:a16="http://schemas.microsoft.com/office/drawing/2014/main" id="{6A894A7F-C036-8FC5-BF2F-350E3345A731}"/>
                </a:ext>
              </a:extLst>
            </p:cNvPr>
            <p:cNvGrpSpPr/>
            <p:nvPr/>
          </p:nvGrpSpPr>
          <p:grpSpPr>
            <a:xfrm>
              <a:off x="11387729" y="3722004"/>
              <a:ext cx="3318871" cy="3318871"/>
              <a:chOff x="9167989" y="1284173"/>
              <a:chExt cx="3318871" cy="3318871"/>
            </a:xfrm>
          </p:grpSpPr>
          <p:sp>
            <p:nvSpPr>
              <p:cNvPr id="12" name="Oval 11">
                <a:extLst>
                  <a:ext uri="{FF2B5EF4-FFF2-40B4-BE49-F238E27FC236}">
                    <a16:creationId xmlns:a16="http://schemas.microsoft.com/office/drawing/2014/main" id="{DD2A6F2C-2307-9AF6-55B8-8F00F955304D}"/>
                  </a:ext>
                </a:extLst>
              </p:cNvPr>
              <p:cNvSpPr/>
              <p:nvPr/>
            </p:nvSpPr>
            <p:spPr>
              <a:xfrm>
                <a:off x="9167989" y="1284173"/>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pSp>
            <p:nvGrpSpPr>
              <p:cNvPr id="13" name="Group 12">
                <a:extLst>
                  <a:ext uri="{FF2B5EF4-FFF2-40B4-BE49-F238E27FC236}">
                    <a16:creationId xmlns:a16="http://schemas.microsoft.com/office/drawing/2014/main" id="{B544DE0A-62EB-1FB5-01FF-DB4E736E04F0}"/>
                  </a:ext>
                </a:extLst>
              </p:cNvPr>
              <p:cNvGrpSpPr>
                <a:grpSpLocks noChangeAspect="1"/>
              </p:cNvGrpSpPr>
              <p:nvPr/>
            </p:nvGrpSpPr>
            <p:grpSpPr>
              <a:xfrm>
                <a:off x="10287000" y="1863609"/>
                <a:ext cx="1351064" cy="1800000"/>
                <a:chOff x="9144000" y="3467100"/>
                <a:chExt cx="1143000" cy="1524000"/>
              </a:xfrm>
            </p:grpSpPr>
            <p:pic>
              <p:nvPicPr>
                <p:cNvPr id="14" name="Graphic 13" descr="Flag with solid fill">
                  <a:extLst>
                    <a:ext uri="{FF2B5EF4-FFF2-40B4-BE49-F238E27FC236}">
                      <a16:creationId xmlns:a16="http://schemas.microsoft.com/office/drawing/2014/main" id="{20258AB9-CAC6-AB59-B3D3-0CC64826C5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2600" y="3467100"/>
                  <a:ext cx="914400" cy="914400"/>
                </a:xfrm>
                <a:prstGeom prst="rect">
                  <a:avLst/>
                </a:prstGeom>
              </p:spPr>
            </p:pic>
            <p:pic>
              <p:nvPicPr>
                <p:cNvPr id="15" name="Graphic 14" descr="Earth globe: Americas with solid fill">
                  <a:extLst>
                    <a:ext uri="{FF2B5EF4-FFF2-40B4-BE49-F238E27FC236}">
                      <a16:creationId xmlns:a16="http://schemas.microsoft.com/office/drawing/2014/main" id="{5C698DC1-64BB-04C9-77A9-E27FDD930A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0" y="4076700"/>
                  <a:ext cx="914400" cy="914400"/>
                </a:xfrm>
                <a:prstGeom prst="rect">
                  <a:avLst/>
                </a:prstGeom>
              </p:spPr>
            </p:pic>
          </p:grpSp>
        </p:grpSp>
        <p:sp>
          <p:nvSpPr>
            <p:cNvPr id="21" name="Rectangle 20">
              <a:extLst>
                <a:ext uri="{FF2B5EF4-FFF2-40B4-BE49-F238E27FC236}">
                  <a16:creationId xmlns:a16="http://schemas.microsoft.com/office/drawing/2014/main" id="{22AB727A-7C45-7662-75BF-3B81C5C81E9D}"/>
                </a:ext>
              </a:extLst>
            </p:cNvPr>
            <p:cNvSpPr/>
            <p:nvPr/>
          </p:nvSpPr>
          <p:spPr>
            <a:xfrm>
              <a:off x="12052831" y="672845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Sicherheit</a:t>
              </a:r>
            </a:p>
          </p:txBody>
        </p:sp>
      </p:grpSp>
      <p:sp>
        <p:nvSpPr>
          <p:cNvPr id="23" name="Rectangle 22">
            <a:extLst>
              <a:ext uri="{FF2B5EF4-FFF2-40B4-BE49-F238E27FC236}">
                <a16:creationId xmlns:a16="http://schemas.microsoft.com/office/drawing/2014/main" id="{1021F920-AF82-0E77-F03A-EAA4C3BC12B8}"/>
              </a:ext>
            </a:extLst>
          </p:cNvPr>
          <p:cNvSpPr/>
          <p:nvPr/>
        </p:nvSpPr>
        <p:spPr>
          <a:xfrm>
            <a:off x="6467755" y="1962284"/>
            <a:ext cx="5352491" cy="914399"/>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Inkommensurabilität</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27" name="Graphic 26" descr="Ruler with solid fill">
            <a:extLst>
              <a:ext uri="{FF2B5EF4-FFF2-40B4-BE49-F238E27FC236}">
                <a16:creationId xmlns:a16="http://schemas.microsoft.com/office/drawing/2014/main" id="{B8FA2FAD-8515-3ED9-6900-35558EF5477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35747" y="4729400"/>
            <a:ext cx="1616505" cy="1616505"/>
          </a:xfrm>
          <a:prstGeom prst="rect">
            <a:avLst/>
          </a:prstGeom>
        </p:spPr>
      </p:pic>
      <p:sp>
        <p:nvSpPr>
          <p:cNvPr id="30" name="Arrow: Striped Right 29">
            <a:extLst>
              <a:ext uri="{FF2B5EF4-FFF2-40B4-BE49-F238E27FC236}">
                <a16:creationId xmlns:a16="http://schemas.microsoft.com/office/drawing/2014/main" id="{7CC873BB-35AF-4E89-319A-A23406CA1ED5}"/>
              </a:ext>
            </a:extLst>
          </p:cNvPr>
          <p:cNvSpPr/>
          <p:nvPr/>
        </p:nvSpPr>
        <p:spPr>
          <a:xfrm>
            <a:off x="10129990" y="5260514"/>
            <a:ext cx="1080000" cy="554276"/>
          </a:xfrm>
          <a:prstGeom prst="striped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Striped Right 31">
            <a:extLst>
              <a:ext uri="{FF2B5EF4-FFF2-40B4-BE49-F238E27FC236}">
                <a16:creationId xmlns:a16="http://schemas.microsoft.com/office/drawing/2014/main" id="{0ADBA032-DD06-B670-51DB-A38C581FAD43}"/>
              </a:ext>
            </a:extLst>
          </p:cNvPr>
          <p:cNvSpPr/>
          <p:nvPr/>
        </p:nvSpPr>
        <p:spPr>
          <a:xfrm flipH="1">
            <a:off x="7078009" y="5260514"/>
            <a:ext cx="1080000" cy="554276"/>
          </a:xfrm>
          <a:prstGeom prst="striped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Graphic 33" descr="No sign with solid fill">
            <a:extLst>
              <a:ext uri="{FF2B5EF4-FFF2-40B4-BE49-F238E27FC236}">
                <a16:creationId xmlns:a16="http://schemas.microsoft.com/office/drawing/2014/main" id="{B8C2E75E-250C-F29F-8C43-DF8D9F064C1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19540" y="4721678"/>
            <a:ext cx="1631949" cy="1631949"/>
          </a:xfrm>
          <a:prstGeom prst="rect">
            <a:avLst/>
          </a:prstGeom>
        </p:spPr>
      </p:pic>
    </p:spTree>
    <p:extLst>
      <p:ext uri="{BB962C8B-B14F-4D97-AF65-F5344CB8AC3E}">
        <p14:creationId xmlns:p14="http://schemas.microsoft.com/office/powerpoint/2010/main" val="2131337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D6BE6-98BD-049C-A64F-DAAACE2485CF}"/>
            </a:ext>
          </a:extLst>
        </p:cNvPr>
        <p:cNvGrpSpPr/>
        <p:nvPr/>
      </p:nvGrpSpPr>
      <p:grpSpPr>
        <a:xfrm>
          <a:off x="0" y="0"/>
          <a:ext cx="0" cy="0"/>
          <a:chOff x="0" y="0"/>
          <a:chExt cx="0" cy="0"/>
        </a:xfrm>
      </p:grpSpPr>
      <p:sp>
        <p:nvSpPr>
          <p:cNvPr id="39" name="Oval 38">
            <a:extLst>
              <a:ext uri="{FF2B5EF4-FFF2-40B4-BE49-F238E27FC236}">
                <a16:creationId xmlns:a16="http://schemas.microsoft.com/office/drawing/2014/main" id="{56ED7813-1B7D-CE1E-23FA-1261497F2E01}"/>
              </a:ext>
            </a:extLst>
          </p:cNvPr>
          <p:cNvSpPr/>
          <p:nvPr/>
        </p:nvSpPr>
        <p:spPr>
          <a:xfrm>
            <a:off x="8490482" y="3390900"/>
            <a:ext cx="1295400" cy="12954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10">
            <a:extLst>
              <a:ext uri="{FF2B5EF4-FFF2-40B4-BE49-F238E27FC236}">
                <a16:creationId xmlns:a16="http://schemas.microsoft.com/office/drawing/2014/main" id="{82825328-1324-5A02-9916-21D0FFDCED63}"/>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AD9850F9-8463-11D9-5A7E-744D94B4300E}"/>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B8733582-3A9B-D5E8-C268-B7A2BFA85E20}"/>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93B64876-3134-9346-1E7B-5D6C9350151A}"/>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ACA7112E-7C72-B802-2066-5F95EAC4ED82}"/>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5CA1CF3A-7575-6D4B-B926-23818489F3BF}"/>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16</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grpSp>
        <p:nvGrpSpPr>
          <p:cNvPr id="28" name="Group 27">
            <a:extLst>
              <a:ext uri="{FF2B5EF4-FFF2-40B4-BE49-F238E27FC236}">
                <a16:creationId xmlns:a16="http://schemas.microsoft.com/office/drawing/2014/main" id="{76B4DDEC-70D2-CD1D-2D3C-38CC6AE7FADD}"/>
              </a:ext>
            </a:extLst>
          </p:cNvPr>
          <p:cNvGrpSpPr/>
          <p:nvPr/>
        </p:nvGrpSpPr>
        <p:grpSpPr>
          <a:xfrm>
            <a:off x="3581400" y="3722004"/>
            <a:ext cx="3318871" cy="3631296"/>
            <a:chOff x="3581400" y="3722004"/>
            <a:chExt cx="3318871" cy="3631296"/>
          </a:xfrm>
        </p:grpSpPr>
        <p:grpSp>
          <p:nvGrpSpPr>
            <p:cNvPr id="8" name="Group 7">
              <a:extLst>
                <a:ext uri="{FF2B5EF4-FFF2-40B4-BE49-F238E27FC236}">
                  <a16:creationId xmlns:a16="http://schemas.microsoft.com/office/drawing/2014/main" id="{9A2D8030-FE18-5399-1289-09A0290E1FA0}"/>
                </a:ext>
              </a:extLst>
            </p:cNvPr>
            <p:cNvGrpSpPr/>
            <p:nvPr/>
          </p:nvGrpSpPr>
          <p:grpSpPr>
            <a:xfrm>
              <a:off x="3581400" y="3722004"/>
              <a:ext cx="3318871" cy="3318871"/>
              <a:chOff x="2745764" y="2671064"/>
              <a:chExt cx="3318871" cy="3318871"/>
            </a:xfrm>
          </p:grpSpPr>
          <p:sp>
            <p:nvSpPr>
              <p:cNvPr id="9" name="Oval 8">
                <a:extLst>
                  <a:ext uri="{FF2B5EF4-FFF2-40B4-BE49-F238E27FC236}">
                    <a16:creationId xmlns:a16="http://schemas.microsoft.com/office/drawing/2014/main" id="{9AAA26F4-6DE4-BF8F-70A2-8E0884AD0972}"/>
                  </a:ext>
                </a:extLst>
              </p:cNvPr>
              <p:cNvSpPr/>
              <p:nvPr/>
            </p:nvSpPr>
            <p:spPr>
              <a:xfrm>
                <a:off x="2745764" y="2671064"/>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11" name="Graphic 10" descr="Woman with solid fill">
                <a:extLst>
                  <a:ext uri="{FF2B5EF4-FFF2-40B4-BE49-F238E27FC236}">
                    <a16:creationId xmlns:a16="http://schemas.microsoft.com/office/drawing/2014/main" id="{B65F69D4-3312-8DE5-D1D1-1F1D134B79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5200" y="3430500"/>
                <a:ext cx="1800000" cy="1800000"/>
              </a:xfrm>
              <a:prstGeom prst="rect">
                <a:avLst/>
              </a:prstGeom>
            </p:spPr>
          </p:pic>
        </p:grpSp>
        <p:sp>
          <p:nvSpPr>
            <p:cNvPr id="19" name="Rectangle 18">
              <a:extLst>
                <a:ext uri="{FF2B5EF4-FFF2-40B4-BE49-F238E27FC236}">
                  <a16:creationId xmlns:a16="http://schemas.microsoft.com/office/drawing/2014/main" id="{271C378E-8275-D7B5-1805-E8CF777D9F3D}"/>
                </a:ext>
              </a:extLst>
            </p:cNvPr>
            <p:cNvSpPr/>
            <p:nvPr/>
          </p:nvSpPr>
          <p:spPr>
            <a:xfrm>
              <a:off x="4237521" y="672845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Freiheit</a:t>
              </a:r>
            </a:p>
          </p:txBody>
        </p:sp>
      </p:grpSp>
      <p:grpSp>
        <p:nvGrpSpPr>
          <p:cNvPr id="29" name="Group 28">
            <a:extLst>
              <a:ext uri="{FF2B5EF4-FFF2-40B4-BE49-F238E27FC236}">
                <a16:creationId xmlns:a16="http://schemas.microsoft.com/office/drawing/2014/main" id="{E11991D9-8EED-965F-6E97-A70B61721960}"/>
              </a:ext>
            </a:extLst>
          </p:cNvPr>
          <p:cNvGrpSpPr/>
          <p:nvPr/>
        </p:nvGrpSpPr>
        <p:grpSpPr>
          <a:xfrm>
            <a:off x="11387729" y="3722004"/>
            <a:ext cx="3318871" cy="3631296"/>
            <a:chOff x="11387729" y="3722004"/>
            <a:chExt cx="3318871" cy="3631296"/>
          </a:xfrm>
        </p:grpSpPr>
        <p:grpSp>
          <p:nvGrpSpPr>
            <p:cNvPr id="16" name="Group 15">
              <a:extLst>
                <a:ext uri="{FF2B5EF4-FFF2-40B4-BE49-F238E27FC236}">
                  <a16:creationId xmlns:a16="http://schemas.microsoft.com/office/drawing/2014/main" id="{6AB4B475-B0FC-9FEC-EC66-8FECD21AF82E}"/>
                </a:ext>
              </a:extLst>
            </p:cNvPr>
            <p:cNvGrpSpPr/>
            <p:nvPr/>
          </p:nvGrpSpPr>
          <p:grpSpPr>
            <a:xfrm>
              <a:off x="11387729" y="3722004"/>
              <a:ext cx="3318871" cy="3318871"/>
              <a:chOff x="9167989" y="1284173"/>
              <a:chExt cx="3318871" cy="3318871"/>
            </a:xfrm>
          </p:grpSpPr>
          <p:sp>
            <p:nvSpPr>
              <p:cNvPr id="12" name="Oval 11">
                <a:extLst>
                  <a:ext uri="{FF2B5EF4-FFF2-40B4-BE49-F238E27FC236}">
                    <a16:creationId xmlns:a16="http://schemas.microsoft.com/office/drawing/2014/main" id="{580FB8A4-2BDF-ACF4-83DD-90320ACD8C65}"/>
                  </a:ext>
                </a:extLst>
              </p:cNvPr>
              <p:cNvSpPr/>
              <p:nvPr/>
            </p:nvSpPr>
            <p:spPr>
              <a:xfrm>
                <a:off x="9167989" y="1284173"/>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pSp>
            <p:nvGrpSpPr>
              <p:cNvPr id="13" name="Group 12">
                <a:extLst>
                  <a:ext uri="{FF2B5EF4-FFF2-40B4-BE49-F238E27FC236}">
                    <a16:creationId xmlns:a16="http://schemas.microsoft.com/office/drawing/2014/main" id="{CE18A4AB-84C9-655D-864F-1E2E2D3833CA}"/>
                  </a:ext>
                </a:extLst>
              </p:cNvPr>
              <p:cNvGrpSpPr>
                <a:grpSpLocks noChangeAspect="1"/>
              </p:cNvGrpSpPr>
              <p:nvPr/>
            </p:nvGrpSpPr>
            <p:grpSpPr>
              <a:xfrm>
                <a:off x="10287000" y="1863609"/>
                <a:ext cx="1351064" cy="1800000"/>
                <a:chOff x="9144000" y="3467100"/>
                <a:chExt cx="1143000" cy="1524000"/>
              </a:xfrm>
            </p:grpSpPr>
            <p:pic>
              <p:nvPicPr>
                <p:cNvPr id="14" name="Graphic 13" descr="Flag with solid fill">
                  <a:extLst>
                    <a:ext uri="{FF2B5EF4-FFF2-40B4-BE49-F238E27FC236}">
                      <a16:creationId xmlns:a16="http://schemas.microsoft.com/office/drawing/2014/main" id="{06E47513-4466-46D6-987C-6A3272AEF6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2600" y="3467100"/>
                  <a:ext cx="914400" cy="914400"/>
                </a:xfrm>
                <a:prstGeom prst="rect">
                  <a:avLst/>
                </a:prstGeom>
              </p:spPr>
            </p:pic>
            <p:pic>
              <p:nvPicPr>
                <p:cNvPr id="15" name="Graphic 14" descr="Earth globe: Americas with solid fill">
                  <a:extLst>
                    <a:ext uri="{FF2B5EF4-FFF2-40B4-BE49-F238E27FC236}">
                      <a16:creationId xmlns:a16="http://schemas.microsoft.com/office/drawing/2014/main" id="{D257789F-2C6D-9EE1-210C-324897EB9F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0" y="4076700"/>
                  <a:ext cx="914400" cy="914400"/>
                </a:xfrm>
                <a:prstGeom prst="rect">
                  <a:avLst/>
                </a:prstGeom>
              </p:spPr>
            </p:pic>
          </p:grpSp>
        </p:grpSp>
        <p:sp>
          <p:nvSpPr>
            <p:cNvPr id="21" name="Rectangle 20">
              <a:extLst>
                <a:ext uri="{FF2B5EF4-FFF2-40B4-BE49-F238E27FC236}">
                  <a16:creationId xmlns:a16="http://schemas.microsoft.com/office/drawing/2014/main" id="{4753CB12-E545-D8F6-5937-24D6937D70E3}"/>
                </a:ext>
              </a:extLst>
            </p:cNvPr>
            <p:cNvSpPr/>
            <p:nvPr/>
          </p:nvSpPr>
          <p:spPr>
            <a:xfrm>
              <a:off x="12052831" y="6728450"/>
              <a:ext cx="2006628" cy="624850"/>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Sicherheit</a:t>
              </a:r>
            </a:p>
          </p:txBody>
        </p:sp>
      </p:grpSp>
      <p:sp>
        <p:nvSpPr>
          <p:cNvPr id="23" name="Rectangle 22">
            <a:extLst>
              <a:ext uri="{FF2B5EF4-FFF2-40B4-BE49-F238E27FC236}">
                <a16:creationId xmlns:a16="http://schemas.microsoft.com/office/drawing/2014/main" id="{B493886A-992A-2CFE-6FAA-EF584AB74F23}"/>
              </a:ext>
            </a:extLst>
          </p:cNvPr>
          <p:cNvSpPr/>
          <p:nvPr/>
        </p:nvSpPr>
        <p:spPr>
          <a:xfrm>
            <a:off x="6467755" y="1962284"/>
            <a:ext cx="5352491" cy="914399"/>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Unvergleichbarkeit</a:t>
            </a:r>
            <a:endParaRPr lang="en-GB" sz="3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36" name="Graphic 35" descr="Confused person with solid fill">
            <a:extLst>
              <a:ext uri="{FF2B5EF4-FFF2-40B4-BE49-F238E27FC236}">
                <a16:creationId xmlns:a16="http://schemas.microsoft.com/office/drawing/2014/main" id="{2C822FCA-0777-A375-10DD-72EEBEAD7E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01000" y="4958440"/>
            <a:ext cx="2286000" cy="2286000"/>
          </a:xfrm>
          <a:prstGeom prst="rect">
            <a:avLst/>
          </a:prstGeom>
        </p:spPr>
      </p:pic>
      <p:pic>
        <p:nvPicPr>
          <p:cNvPr id="38" name="Graphic 37" descr="Question Mark with solid fill">
            <a:extLst>
              <a:ext uri="{FF2B5EF4-FFF2-40B4-BE49-F238E27FC236}">
                <a16:creationId xmlns:a16="http://schemas.microsoft.com/office/drawing/2014/main" id="{C0AF198F-A3B3-0308-34E8-467B7F88C7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86800" y="3620469"/>
            <a:ext cx="914400" cy="914400"/>
          </a:xfrm>
          <a:prstGeom prst="rect">
            <a:avLst/>
          </a:prstGeom>
        </p:spPr>
      </p:pic>
    </p:spTree>
    <p:extLst>
      <p:ext uri="{BB962C8B-B14F-4D97-AF65-F5344CB8AC3E}">
        <p14:creationId xmlns:p14="http://schemas.microsoft.com/office/powerpoint/2010/main" val="3659494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9680-08A3-A542-BF21-8772B573A48F}"/>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027F58B9-CF94-941B-A61B-810DEBF60234}"/>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27874268-71C7-6712-0158-1C117F3A170E}"/>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736BF1D6-0F62-6EAC-C2BB-B96AD772808B}"/>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CE5D3393-E975-8AC7-E99B-DE2162BEB56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3F593D58-3296-F603-161B-813DED9B89D2}"/>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0419DBDC-CEE4-C9A1-6263-783A4CD653E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17</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
        <p:nvSpPr>
          <p:cNvPr id="8" name="TextBox 7">
            <a:extLst>
              <a:ext uri="{FF2B5EF4-FFF2-40B4-BE49-F238E27FC236}">
                <a16:creationId xmlns:a16="http://schemas.microsoft.com/office/drawing/2014/main" id="{6F40EE38-E29D-316D-7EF2-0C6B19EF1CF8}"/>
              </a:ext>
            </a:extLst>
          </p:cNvPr>
          <p:cNvSpPr txBox="1"/>
          <p:nvPr/>
        </p:nvSpPr>
        <p:spPr>
          <a:xfrm>
            <a:off x="3962400" y="2609554"/>
            <a:ext cx="10363200" cy="3239092"/>
          </a:xfrm>
          <a:prstGeom prst="rect">
            <a:avLst/>
          </a:prstGeom>
          <a:noFill/>
        </p:spPr>
        <p:txBody>
          <a:bodyPr wrap="square" rtlCol="0">
            <a:spAutoFit/>
          </a:bodyPr>
          <a:lstStyle/>
          <a:p>
            <a:pPr>
              <a:lnSpc>
                <a:spcPct val="130000"/>
              </a:lnSpc>
            </a:pPr>
            <a:r>
              <a:rPr lang="en-GB" sz="3200" dirty="0">
                <a:latin typeface="Noto Sans" panose="020B0502040504020204" pitchFamily="34" charset="0"/>
                <a:ea typeface="Noto Sans" panose="020B0502040504020204" pitchFamily="34" charset="0"/>
                <a:cs typeface="Noto Sans" panose="020B0502040504020204" pitchFamily="34" charset="0"/>
              </a:rPr>
              <a:t>The world that we encounter in ordinary experience is one in which we are faced with choices between ends equally ultimate, and claims equally absolute, the realisation of some of which must inevitably involve the sacrifice of others.</a:t>
            </a:r>
          </a:p>
        </p:txBody>
      </p:sp>
      <p:sp>
        <p:nvSpPr>
          <p:cNvPr id="11" name="Rectangle 10">
            <a:extLst>
              <a:ext uri="{FF2B5EF4-FFF2-40B4-BE49-F238E27FC236}">
                <a16:creationId xmlns:a16="http://schemas.microsoft.com/office/drawing/2014/main" id="{CAB16B67-48F0-CE25-2851-E5F0D6FCC10B}"/>
              </a:ext>
            </a:extLst>
          </p:cNvPr>
          <p:cNvSpPr/>
          <p:nvPr/>
        </p:nvSpPr>
        <p:spPr>
          <a:xfrm>
            <a:off x="8588511" y="6644477"/>
            <a:ext cx="5737089" cy="590981"/>
          </a:xfrm>
          <a:prstGeom prst="rect">
            <a:avLst/>
          </a:prstGeom>
          <a:solidFill>
            <a:schemeClr val="bg1"/>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Isaiah Berlin, </a:t>
            </a:r>
            <a:r>
              <a:rPr lang="en-GB" sz="2400" i="1" dirty="0">
                <a:solidFill>
                  <a:schemeClr val="tx1"/>
                </a:solidFill>
                <a:latin typeface="Noto Sans" panose="020B0502040504020204" pitchFamily="34" charset="0"/>
                <a:ea typeface="Noto Sans" panose="020B0502040504020204" pitchFamily="34" charset="0"/>
                <a:cs typeface="Noto Sans" panose="020B0502040504020204" pitchFamily="34" charset="0"/>
              </a:rPr>
              <a:t>Two Concepts of Liberty</a:t>
            </a:r>
          </a:p>
        </p:txBody>
      </p:sp>
    </p:spTree>
    <p:extLst>
      <p:ext uri="{BB962C8B-B14F-4D97-AF65-F5344CB8AC3E}">
        <p14:creationId xmlns:p14="http://schemas.microsoft.com/office/powerpoint/2010/main" val="2589032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3BF9F-9AF0-EEBA-EAB7-FE8202D4DB5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40D89F8-C7BB-7F2A-8492-FD88D42874A2}"/>
              </a:ext>
            </a:extLst>
          </p:cNvPr>
          <p:cNvSpPr txBox="1"/>
          <p:nvPr/>
        </p:nvSpPr>
        <p:spPr>
          <a:xfrm>
            <a:off x="1028700" y="1943100"/>
            <a:ext cx="16213111" cy="2462213"/>
          </a:xfrm>
          <a:prstGeom prst="rect">
            <a:avLst/>
          </a:prstGeom>
        </p:spPr>
        <p:txBody>
          <a:bodyPr lIns="0" tIns="0" rIns="0" bIns="0" rtlCol="0" anchor="t">
            <a:spAutoFit/>
          </a:bodyPr>
          <a:lstStyle/>
          <a:p>
            <a:pPr>
              <a:lnSpc>
                <a:spcPts val="9600"/>
              </a:lnSpc>
            </a:pPr>
            <a:r>
              <a:rPr lang="de-DE" sz="8000" dirty="0">
                <a:latin typeface="Noto Serif"/>
                <a:ea typeface="Noto Serif"/>
                <a:cs typeface="Noto Serif"/>
                <a:sym typeface="Noto Serif"/>
              </a:rPr>
              <a:t>Die Pluralität digitaler Souveränität</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FF8C91E2-EF1D-3E2C-C2A4-9AABB9A5C345}"/>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27AC7EB3-DEE9-5082-EC30-D27E33156058}"/>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60F7AFE1-7EEC-A238-A7C4-50F9F5156661}"/>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127FA071-BECD-24B8-2CCD-DC045690504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DCE1CBF2-59AE-3D81-39CA-23042B42220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6AC847CB-FD07-9CA4-5686-95989631FD1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18</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634872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EB13-4DCF-65E2-82E4-0DEA31555239}"/>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B31317E3-B633-89D1-B084-AEE259118D3E}"/>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EA2D1012-7B52-8E95-51D2-CEA3FF4F0123}"/>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2BCC0BCC-6EFC-091C-49EF-5EE9BE95C594}"/>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0D60FE82-74C5-A90A-1586-89573DA19436}"/>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A29B3715-D27B-0D9E-30E8-FB6C68B087A4}"/>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6" name="TextBox 5">
              <a:extLst>
                <a:ext uri="{FF2B5EF4-FFF2-40B4-BE49-F238E27FC236}">
                  <a16:creationId xmlns:a16="http://schemas.microsoft.com/office/drawing/2014/main" id="{02746B36-BF95-6310-BB21-1FEBA310813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19</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
        <p:nvSpPr>
          <p:cNvPr id="9" name="Oval 8">
            <a:extLst>
              <a:ext uri="{FF2B5EF4-FFF2-40B4-BE49-F238E27FC236}">
                <a16:creationId xmlns:a16="http://schemas.microsoft.com/office/drawing/2014/main" id="{3218E3B9-CC85-4153-A69E-D63F5E12DC4A}"/>
              </a:ext>
            </a:extLst>
          </p:cNvPr>
          <p:cNvSpPr/>
          <p:nvPr/>
        </p:nvSpPr>
        <p:spPr>
          <a:xfrm>
            <a:off x="4284165" y="2232479"/>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Digitale</a:t>
            </a: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Sourveränität</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3" name="Oval 12">
            <a:extLst>
              <a:ext uri="{FF2B5EF4-FFF2-40B4-BE49-F238E27FC236}">
                <a16:creationId xmlns:a16="http://schemas.microsoft.com/office/drawing/2014/main" id="{A4E44034-EA1E-880C-F2AE-0402E5CED098}"/>
              </a:ext>
            </a:extLst>
          </p:cNvPr>
          <p:cNvSpPr/>
          <p:nvPr/>
        </p:nvSpPr>
        <p:spPr>
          <a:xfrm>
            <a:off x="10684965" y="2232479"/>
            <a:ext cx="3318871" cy="3318871"/>
          </a:xfrm>
          <a:prstGeom prst="ellipse">
            <a:avLst/>
          </a:prstGeom>
          <a:solidFill>
            <a:schemeClr val="tx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err="1">
                <a:solidFill>
                  <a:schemeClr val="tx1"/>
                </a:solidFill>
                <a:latin typeface="Noto Sans" panose="020B0502040504020204" pitchFamily="34" charset="0"/>
                <a:ea typeface="Noto Sans" panose="020B0502040504020204" pitchFamily="34" charset="0"/>
                <a:cs typeface="Noto Sans" panose="020B0502040504020204" pitchFamily="34" charset="0"/>
              </a:rPr>
              <a:t>Werte-pluralismus</a:t>
            </a:r>
            <a:endPar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2" name="Oval 21">
            <a:extLst>
              <a:ext uri="{FF2B5EF4-FFF2-40B4-BE49-F238E27FC236}">
                <a16:creationId xmlns:a16="http://schemas.microsoft.com/office/drawing/2014/main" id="{A7CA3A2E-39CF-9FBC-33E8-140E082ECBA8}"/>
              </a:ext>
            </a:extLst>
          </p:cNvPr>
          <p:cNvSpPr/>
          <p:nvPr/>
        </p:nvSpPr>
        <p:spPr>
          <a:xfrm>
            <a:off x="7484565" y="6091829"/>
            <a:ext cx="3318871" cy="3318871"/>
          </a:xfrm>
          <a:prstGeom prst="ellipse">
            <a:avLst/>
          </a:prstGeom>
          <a:solidFill>
            <a:schemeClr val="accent2">
              <a:alpha val="10000"/>
            </a:schemeClr>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Noto Sans" panose="020B0502040504020204" pitchFamily="34" charset="0"/>
                <a:ea typeface="Noto Sans" panose="020B0502040504020204" pitchFamily="34" charset="0"/>
                <a:cs typeface="Noto Sans" panose="020B0502040504020204" pitchFamily="34" charset="0"/>
              </a:rPr>
              <a:t>„normative Maintenance“</a:t>
            </a:r>
          </a:p>
        </p:txBody>
      </p:sp>
      <p:sp>
        <p:nvSpPr>
          <p:cNvPr id="25" name="Arrow: Down 24">
            <a:extLst>
              <a:ext uri="{FF2B5EF4-FFF2-40B4-BE49-F238E27FC236}">
                <a16:creationId xmlns:a16="http://schemas.microsoft.com/office/drawing/2014/main" id="{77D6DEC9-F829-22A1-8AE7-35877CA8C0A0}"/>
              </a:ext>
            </a:extLst>
          </p:cNvPr>
          <p:cNvSpPr/>
          <p:nvPr/>
        </p:nvSpPr>
        <p:spPr>
          <a:xfrm rot="19026664">
            <a:off x="7182328" y="5391782"/>
            <a:ext cx="762000" cy="990591"/>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Down 26">
            <a:extLst>
              <a:ext uri="{FF2B5EF4-FFF2-40B4-BE49-F238E27FC236}">
                <a16:creationId xmlns:a16="http://schemas.microsoft.com/office/drawing/2014/main" id="{1D4A3B70-6862-0377-FC11-979037F00DDA}"/>
              </a:ext>
            </a:extLst>
          </p:cNvPr>
          <p:cNvSpPr/>
          <p:nvPr/>
        </p:nvSpPr>
        <p:spPr>
          <a:xfrm rot="2456723">
            <a:off x="10422436" y="5425851"/>
            <a:ext cx="762000" cy="990591"/>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2359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D6ABC-3268-AC50-5A3C-4A2D55B6068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FC440BE-DF74-7DD9-BE0A-BAACBD01B669}"/>
              </a:ext>
            </a:extLst>
          </p:cNvPr>
          <p:cNvSpPr txBox="1"/>
          <p:nvPr/>
        </p:nvSpPr>
        <p:spPr>
          <a:xfrm>
            <a:off x="1028700" y="1944000"/>
            <a:ext cx="16213111" cy="1231106"/>
          </a:xfrm>
          <a:prstGeom prst="rect">
            <a:avLst/>
          </a:prstGeom>
        </p:spPr>
        <p:txBody>
          <a:bodyPr lIns="0" tIns="0" rIns="0" bIns="0" rtlCol="0" anchor="t">
            <a:spAutoFit/>
          </a:bodyPr>
          <a:lstStyle/>
          <a:p>
            <a:pPr algn="l">
              <a:lnSpc>
                <a:spcPts val="9600"/>
              </a:lnSpc>
            </a:pPr>
            <a:r>
              <a:rPr lang="en-US" sz="8000" dirty="0" err="1">
                <a:latin typeface="Noto Serif"/>
                <a:ea typeface="Noto Serif"/>
                <a:cs typeface="Noto Serif"/>
                <a:sym typeface="Noto Serif"/>
              </a:rPr>
              <a:t>Quellen</a:t>
            </a:r>
            <a:endParaRPr lang="en-US" sz="8000" dirty="0">
              <a:latin typeface="Noto Serif"/>
              <a:ea typeface="Noto Serif"/>
              <a:cs typeface="Noto Serif"/>
              <a:sym typeface="Noto Serif"/>
            </a:endParaRPr>
          </a:p>
        </p:txBody>
      </p:sp>
      <p:sp>
        <p:nvSpPr>
          <p:cNvPr id="10" name="Freeform 10">
            <a:extLst>
              <a:ext uri="{FF2B5EF4-FFF2-40B4-BE49-F238E27FC236}">
                <a16:creationId xmlns:a16="http://schemas.microsoft.com/office/drawing/2014/main" id="{8878F5DC-DC7E-2EBB-8592-BB0D15F2C424}"/>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6">
            <a:extLst>
              <a:ext uri="{FF2B5EF4-FFF2-40B4-BE49-F238E27FC236}">
                <a16:creationId xmlns:a16="http://schemas.microsoft.com/office/drawing/2014/main" id="{8E9ED97F-9545-3362-AB25-ED784A3839E4}"/>
              </a:ext>
            </a:extLst>
          </p:cNvPr>
          <p:cNvSpPr txBox="1"/>
          <p:nvPr/>
        </p:nvSpPr>
        <p:spPr>
          <a:xfrm>
            <a:off x="1021443" y="3429000"/>
            <a:ext cx="11045370" cy="5909310"/>
          </a:xfrm>
          <a:prstGeom prst="rect">
            <a:avLst/>
          </a:prstGeom>
          <a:noFill/>
        </p:spPr>
        <p:txBody>
          <a:bodyPr wrap="square">
            <a:spAutoFit/>
          </a:bodyPr>
          <a:lstStyle/>
          <a:p>
            <a:pPr marL="285750" indent="-285750">
              <a:buFont typeface="Arial" panose="020B0604020202020204" pitchFamily="34" charset="0"/>
              <a:buChar char="•"/>
            </a:pPr>
            <a:r>
              <a:rPr lang="en-GB" sz="1400" dirty="0"/>
              <a:t>Andersson, Henrik, und Anders Herlitz, </a:t>
            </a:r>
            <a:r>
              <a:rPr lang="en-GB" sz="1400" dirty="0" err="1"/>
              <a:t>Hrsg</a:t>
            </a:r>
            <a:r>
              <a:rPr lang="en-GB" sz="1400" dirty="0"/>
              <a:t>. 2022. </a:t>
            </a:r>
            <a:r>
              <a:rPr lang="en-GB" sz="1400" i="1" dirty="0"/>
              <a:t>Value Incommensurability: Ethics, Risk, and Decision-Making</a:t>
            </a:r>
            <a:r>
              <a:rPr lang="en-GB" sz="1400" dirty="0"/>
              <a:t>. 1. </a:t>
            </a:r>
            <a:r>
              <a:rPr lang="en-GB" sz="1400" dirty="0" err="1"/>
              <a:t>Aufl</a:t>
            </a:r>
            <a:r>
              <a:rPr lang="en-GB" sz="1400" dirty="0"/>
              <a:t>. Routledge. </a:t>
            </a:r>
            <a:r>
              <a:rPr lang="en-GB" sz="1400" dirty="0">
                <a:hlinkClick r:id="rId4"/>
              </a:rPr>
              <a:t>https://doi.org/10.4324/9781003148012</a:t>
            </a:r>
            <a:r>
              <a:rPr lang="en-GB" sz="1400" dirty="0"/>
              <a:t>.</a:t>
            </a:r>
          </a:p>
          <a:p>
            <a:pPr marL="285750" indent="-285750">
              <a:buFont typeface="Arial" panose="020B0604020202020204" pitchFamily="34" charset="0"/>
              <a:buChar char="•"/>
            </a:pPr>
            <a:r>
              <a:rPr lang="en-GB" sz="1400" dirty="0"/>
              <a:t>Berlin, Isaiah. 2002. „Two Concepts of Liberty“. In </a:t>
            </a:r>
            <a:r>
              <a:rPr lang="en-GB" sz="1400" i="1" dirty="0"/>
              <a:t>Liberty</a:t>
            </a:r>
            <a:r>
              <a:rPr lang="en-GB" sz="1400" dirty="0"/>
              <a:t>, 2. </a:t>
            </a:r>
            <a:r>
              <a:rPr lang="en-GB" sz="1400" dirty="0" err="1"/>
              <a:t>Aufl</a:t>
            </a:r>
            <a:r>
              <a:rPr lang="en-GB" sz="1400" dirty="0"/>
              <a:t>. Oxford University Press. </a:t>
            </a:r>
            <a:r>
              <a:rPr lang="en-GB" sz="1400" dirty="0">
                <a:hlinkClick r:id="rId5"/>
              </a:rPr>
              <a:t>https://doi.org/10.1093/019924989X.003.0004</a:t>
            </a:r>
            <a:r>
              <a:rPr lang="en-GB" sz="1400" dirty="0"/>
              <a:t>.</a:t>
            </a:r>
          </a:p>
          <a:p>
            <a:pPr marL="285750" indent="-285750">
              <a:buFont typeface="Arial" panose="020B0604020202020204" pitchFamily="34" charset="0"/>
              <a:buChar char="•"/>
            </a:pPr>
            <a:r>
              <a:rPr lang="en-GB" sz="1400" dirty="0"/>
              <a:t>Boult, Cameron. 2021. „The Epistemic Responsibilities of Citizens in a Democracy“. In </a:t>
            </a:r>
            <a:r>
              <a:rPr lang="en-GB" sz="1400" i="1" dirty="0"/>
              <a:t>The Routledge Handbook of Political Epistemology</a:t>
            </a:r>
            <a:r>
              <a:rPr lang="en-GB" sz="1400" dirty="0"/>
              <a:t>, </a:t>
            </a:r>
            <a:r>
              <a:rPr lang="en-GB" sz="1400" dirty="0" err="1"/>
              <a:t>herausgegeben</a:t>
            </a:r>
            <a:r>
              <a:rPr lang="en-GB" sz="1400" dirty="0"/>
              <a:t> von Michael Hannon und Jeroen de Ridder. Routledge.</a:t>
            </a:r>
          </a:p>
          <a:p>
            <a:pPr marL="285750" indent="-285750">
              <a:buFont typeface="Arial" panose="020B0604020202020204" pitchFamily="34" charset="0"/>
              <a:buChar char="•"/>
            </a:pPr>
            <a:r>
              <a:rPr lang="en-GB" sz="1400" dirty="0"/>
              <a:t>Brennan, Jason. 2016. </a:t>
            </a:r>
            <a:r>
              <a:rPr lang="en-GB" sz="1400" i="1" dirty="0"/>
              <a:t>Against Democracy</a:t>
            </a:r>
            <a:r>
              <a:rPr lang="en-GB" sz="1400" dirty="0"/>
              <a:t>. Princeton University Press.</a:t>
            </a:r>
          </a:p>
          <a:p>
            <a:pPr marL="285750" indent="-285750">
              <a:buFont typeface="Arial" panose="020B0604020202020204" pitchFamily="34" charset="0"/>
              <a:buChar char="•"/>
            </a:pPr>
            <a:r>
              <a:rPr lang="en-GB" sz="1400" dirty="0"/>
              <a:t>Chang, Ruth. 2015. „Value Incomparability and Incommensurability“. In </a:t>
            </a:r>
            <a:r>
              <a:rPr lang="en-GB" sz="1400" i="1" dirty="0"/>
              <a:t>The Oxford Handbook of Value Theory</a:t>
            </a:r>
            <a:r>
              <a:rPr lang="en-GB" sz="1400" dirty="0"/>
              <a:t>, </a:t>
            </a:r>
            <a:r>
              <a:rPr lang="en-GB" sz="1400" dirty="0" err="1"/>
              <a:t>herausgegeben</a:t>
            </a:r>
            <a:r>
              <a:rPr lang="en-GB" sz="1400" dirty="0"/>
              <a:t> von Iwao Hirose und Jonas Olson. Oxford University Press. </a:t>
            </a:r>
            <a:r>
              <a:rPr lang="en-GB" sz="1400" dirty="0">
                <a:hlinkClick r:id="rId6"/>
              </a:rPr>
              <a:t>https://doi.org/10.1093/oxfordhb/9780199959303.013.0012</a:t>
            </a:r>
            <a:r>
              <a:rPr lang="en-GB" sz="1400" dirty="0"/>
              <a:t>.</a:t>
            </a:r>
          </a:p>
          <a:p>
            <a:pPr marL="285750" indent="-285750">
              <a:buFont typeface="Arial" panose="020B0604020202020204" pitchFamily="34" charset="0"/>
              <a:buChar char="•"/>
            </a:pPr>
            <a:r>
              <a:rPr lang="de-DE" sz="1400" dirty="0"/>
              <a:t>Darmstädter Appell. 1996. „Darmstädter Appell: Aufruf zur Reform der politischen Bildung in der Schule“. </a:t>
            </a:r>
            <a:r>
              <a:rPr lang="de-DE" sz="1400" i="1" dirty="0"/>
              <a:t>Aus Politik und Zeitgeschichte</a:t>
            </a:r>
            <a:r>
              <a:rPr lang="de-DE" sz="1400" dirty="0"/>
              <a:t>, Nr. 47.</a:t>
            </a:r>
          </a:p>
          <a:p>
            <a:pPr marL="285750" indent="-285750">
              <a:buFont typeface="Arial" panose="020B0604020202020204" pitchFamily="34" charset="0"/>
              <a:buChar char="•"/>
            </a:pPr>
            <a:r>
              <a:rPr lang="de-DE" sz="1400" dirty="0"/>
              <a:t>Detjen, Joachim. 2000. „Die Demokratiekompetenz der Bürger: Herausforderung für die politische Bildung“. </a:t>
            </a:r>
            <a:r>
              <a:rPr lang="de-DE" sz="1400" i="1" dirty="0"/>
              <a:t>Aus Politik und Zeitgeschichte </a:t>
            </a:r>
            <a:r>
              <a:rPr lang="de-DE" sz="1400" dirty="0"/>
              <a:t>25.</a:t>
            </a:r>
          </a:p>
          <a:p>
            <a:pPr marL="285750" indent="-285750">
              <a:buFont typeface="Arial" panose="020B0604020202020204" pitchFamily="34" charset="0"/>
              <a:buChar char="•"/>
            </a:pPr>
            <a:r>
              <a:rPr lang="en-GB" sz="1400" dirty="0"/>
              <a:t>Elliott, Kevin J. 2023. </a:t>
            </a:r>
            <a:r>
              <a:rPr lang="en-GB" sz="1400" i="1" dirty="0"/>
              <a:t>Democracy for Busy People</a:t>
            </a:r>
            <a:r>
              <a:rPr lang="en-GB" sz="1400" dirty="0"/>
              <a:t>. University of Chicago Press. </a:t>
            </a:r>
            <a:r>
              <a:rPr lang="en-GB" sz="1400" dirty="0">
                <a:hlinkClick r:id="rId7"/>
              </a:rPr>
              <a:t>https://doi.org/10.7208/chicago/9780226826318.001.0001</a:t>
            </a:r>
            <a:r>
              <a:rPr lang="en-GB" sz="1400" dirty="0"/>
              <a:t>.</a:t>
            </a:r>
          </a:p>
          <a:p>
            <a:pPr marL="285750" indent="-285750">
              <a:buFont typeface="Arial" panose="020B0604020202020204" pitchFamily="34" charset="0"/>
              <a:buChar char="•"/>
            </a:pPr>
            <a:r>
              <a:rPr lang="de-DE" sz="1400" dirty="0" err="1"/>
              <a:t>Glasze</a:t>
            </a:r>
            <a:r>
              <a:rPr lang="de-DE" sz="1400" dirty="0"/>
              <a:t>, Georg, Eva </a:t>
            </a:r>
            <a:r>
              <a:rPr lang="de-DE" sz="1400" dirty="0" err="1"/>
              <a:t>Odzuck</a:t>
            </a:r>
            <a:r>
              <a:rPr lang="de-DE" sz="1400" dirty="0"/>
              <a:t>, und Ronald Staples, Hrsg. 2022. </a:t>
            </a:r>
            <a:r>
              <a:rPr lang="de-DE" sz="1400" i="1" dirty="0"/>
              <a:t>Was heißt digitale Souveränität? Diskurse, Praktiken und Voraussetzungen individueller und staatlicher Souveränität im digitalen Zeitalter</a:t>
            </a:r>
            <a:r>
              <a:rPr lang="de-DE" sz="1400" dirty="0"/>
              <a:t>. 1. Aufl. Bd. 3. Politik in der digitalen Gesellschaft. </a:t>
            </a:r>
            <a:r>
              <a:rPr lang="de-DE" sz="1400" dirty="0" err="1"/>
              <a:t>Transcript</a:t>
            </a:r>
            <a:r>
              <a:rPr lang="de-DE" sz="1400" dirty="0"/>
              <a:t> Verlag. </a:t>
            </a:r>
            <a:r>
              <a:rPr lang="de-DE" sz="1400" dirty="0">
                <a:hlinkClick r:id="rId8"/>
              </a:rPr>
              <a:t>https://doi.org/10.14361/9783839458273</a:t>
            </a:r>
            <a:r>
              <a:rPr lang="de-DE" sz="1400" dirty="0"/>
              <a:t>.</a:t>
            </a:r>
          </a:p>
          <a:p>
            <a:pPr marL="285750" indent="-285750">
              <a:buFont typeface="Arial" panose="020B0604020202020204" pitchFamily="34" charset="0"/>
              <a:buChar char="•"/>
            </a:pPr>
            <a:r>
              <a:rPr lang="de-DE" sz="1400" dirty="0"/>
              <a:t>Habermas, Jürgen. 2022. </a:t>
            </a:r>
            <a:r>
              <a:rPr lang="de-DE" sz="1400" i="1" dirty="0"/>
              <a:t>Ein neuer Strukturwandel der Öffentlichkeit und die deliberative </a:t>
            </a:r>
            <a:r>
              <a:rPr lang="en-GB" sz="1400" i="1" dirty="0"/>
              <a:t>Politik</a:t>
            </a:r>
            <a:r>
              <a:rPr lang="en-GB" sz="1400" dirty="0"/>
              <a:t>. </a:t>
            </a:r>
            <a:r>
              <a:rPr lang="en-GB" sz="1400" dirty="0" err="1"/>
              <a:t>Suhrkamp</a:t>
            </a:r>
            <a:r>
              <a:rPr lang="en-GB" sz="1400" dirty="0"/>
              <a:t>.</a:t>
            </a:r>
          </a:p>
          <a:p>
            <a:pPr marL="285750" indent="-285750">
              <a:buFont typeface="Arial" panose="020B0604020202020204" pitchFamily="34" charset="0"/>
              <a:buChar char="•"/>
            </a:pPr>
            <a:r>
              <a:rPr lang="de-DE" sz="1400" dirty="0"/>
              <a:t>Jarren, Otfried, und Renate Fischer. 2021. „Die </a:t>
            </a:r>
            <a:r>
              <a:rPr lang="de-DE" sz="1400" dirty="0" err="1"/>
              <a:t>Plattformisierung</a:t>
            </a:r>
            <a:r>
              <a:rPr lang="de-DE" sz="1400" dirty="0"/>
              <a:t> von Öffentlichkeit und der Relevanzverlust des Journalismus als demokratische Herausforderung“. In </a:t>
            </a:r>
            <a:r>
              <a:rPr lang="de-DE" sz="1400" i="1" dirty="0"/>
              <a:t>Ein Neuer Strukturwandel Der Öffentlichkeit?</a:t>
            </a:r>
            <a:r>
              <a:rPr lang="de-DE" sz="1400" dirty="0"/>
              <a:t>, herausgegeben von Martin Seeliger und </a:t>
            </a:r>
            <a:r>
              <a:rPr lang="en-GB" sz="1400" dirty="0"/>
              <a:t>Sebastian </a:t>
            </a:r>
            <a:r>
              <a:rPr lang="en-GB" sz="1400" dirty="0" err="1"/>
              <a:t>Sevignani</a:t>
            </a:r>
            <a:r>
              <a:rPr lang="en-GB" sz="1400" dirty="0"/>
              <a:t>. Nomos </a:t>
            </a:r>
            <a:r>
              <a:rPr lang="en-GB" sz="1400" dirty="0" err="1"/>
              <a:t>Verlagsgesellschaft</a:t>
            </a:r>
            <a:r>
              <a:rPr lang="en-GB" sz="1400" dirty="0"/>
              <a:t> mbH &amp; Co. KG. </a:t>
            </a:r>
            <a:r>
              <a:rPr lang="en-GB" sz="1400" dirty="0">
                <a:hlinkClick r:id="rId9"/>
              </a:rPr>
              <a:t>https://doi.org/10.5771/9783748912187-365</a:t>
            </a:r>
            <a:r>
              <a:rPr lang="en-GB" sz="1400" dirty="0"/>
              <a:t>.</a:t>
            </a:r>
          </a:p>
          <a:p>
            <a:pPr marL="285750" indent="-285750">
              <a:buFont typeface="Arial" panose="020B0604020202020204" pitchFamily="34" charset="0"/>
              <a:buChar char="•"/>
            </a:pPr>
            <a:r>
              <a:rPr lang="en-GB" sz="1400" dirty="0"/>
              <a:t>Landemore, Hélène. 2013. </a:t>
            </a:r>
            <a:r>
              <a:rPr lang="en-GB" sz="1400" i="1" dirty="0"/>
              <a:t>Democratic Reason: Politics, Collective Intelligence, and the Rule of the Many</a:t>
            </a:r>
            <a:r>
              <a:rPr lang="en-GB" sz="1400" dirty="0"/>
              <a:t>. Princeton University Press.</a:t>
            </a:r>
          </a:p>
          <a:p>
            <a:pPr marL="285750" indent="-285750">
              <a:buFont typeface="Arial" panose="020B0604020202020204" pitchFamily="34" charset="0"/>
              <a:buChar char="•"/>
            </a:pPr>
            <a:r>
              <a:rPr lang="en-GB" sz="1400" dirty="0"/>
              <a:t>Mill, John Stuart. 1901. </a:t>
            </a:r>
            <a:r>
              <a:rPr lang="en-GB" sz="1400" i="1" dirty="0"/>
              <a:t>On Liberty</a:t>
            </a:r>
            <a:r>
              <a:rPr lang="en-GB" sz="1400" dirty="0"/>
              <a:t>. The Walter Scott Publishing Co., Ltd.</a:t>
            </a:r>
          </a:p>
          <a:p>
            <a:pPr marL="285750" indent="-285750">
              <a:buFont typeface="Arial" panose="020B0604020202020204" pitchFamily="34" charset="0"/>
              <a:buChar char="•"/>
            </a:pPr>
            <a:r>
              <a:rPr lang="de-DE" sz="1400" dirty="0"/>
              <a:t>Münchner Manifest. 1997. „Münchner Manifest Vom 26. Mai 1997 - Demokratie braucht politische Bildung: Zum Auftrag der Bundeszentrale und der Landeszentralen für politische Bildung“. </a:t>
            </a:r>
            <a:r>
              <a:rPr lang="de-DE" sz="1400" i="1" dirty="0"/>
              <a:t>Aus Politik und Zeitgeschichte </a:t>
            </a:r>
            <a:r>
              <a:rPr lang="de-DE" sz="1400" dirty="0"/>
              <a:t>32.</a:t>
            </a:r>
          </a:p>
          <a:p>
            <a:pPr marL="285750" indent="-285750">
              <a:buFont typeface="Arial" panose="020B0604020202020204" pitchFamily="34" charset="0"/>
              <a:buChar char="•"/>
            </a:pPr>
            <a:r>
              <a:rPr lang="en-GB" sz="1400" dirty="0"/>
              <a:t>Offe, Claus. 2019. „Micro-Aspects of Democratic Theory: What Makes for the Deliberative </a:t>
            </a:r>
            <a:r>
              <a:rPr lang="de-DE" sz="1400" dirty="0"/>
              <a:t>Competence of Citizens?“ In </a:t>
            </a:r>
            <a:r>
              <a:rPr lang="de-DE" sz="1400" i="1" dirty="0"/>
              <a:t>Liberale Demokratie und soziale Macht</a:t>
            </a:r>
            <a:r>
              <a:rPr lang="de-DE" sz="1400" dirty="0"/>
              <a:t>. Springer Fachmedien Wiesbaden. </a:t>
            </a:r>
            <a:r>
              <a:rPr lang="de-DE" sz="1400" dirty="0">
                <a:hlinkClick r:id="rId10"/>
              </a:rPr>
              <a:t>https://doi.org/10.1007/978-3-658-22265-9_12</a:t>
            </a:r>
            <a:r>
              <a:rPr lang="de-DE" sz="1400" dirty="0"/>
              <a:t>.</a:t>
            </a:r>
          </a:p>
          <a:p>
            <a:pPr marL="285750" indent="-285750">
              <a:buFont typeface="Arial" panose="020B0604020202020204" pitchFamily="34" charset="0"/>
              <a:buChar char="•"/>
            </a:pPr>
            <a:r>
              <a:rPr lang="en-GB" sz="1400" dirty="0"/>
              <a:t>Pohle, Julia, und Thorsten Thiel. 2020. „Digital Sovereignty“. </a:t>
            </a:r>
            <a:r>
              <a:rPr lang="en-GB" sz="1400" i="1" dirty="0"/>
              <a:t>Internet Policy Review </a:t>
            </a:r>
            <a:r>
              <a:rPr lang="en-GB" sz="1400" dirty="0"/>
              <a:t>9 (4). </a:t>
            </a:r>
            <a:r>
              <a:rPr lang="en-GB" sz="1400" dirty="0">
                <a:hlinkClick r:id="rId11"/>
              </a:rPr>
              <a:t>https://doi.org/10.14763/2020.4.1532</a:t>
            </a:r>
            <a:r>
              <a:rPr lang="en-GB" sz="1400" dirty="0"/>
              <a:t>.</a:t>
            </a:r>
          </a:p>
          <a:p>
            <a:pPr marL="285750" indent="-285750">
              <a:buFont typeface="Arial" panose="020B0604020202020204" pitchFamily="34" charset="0"/>
              <a:buChar char="•"/>
            </a:pPr>
            <a:r>
              <a:rPr lang="en-GB" sz="1400" dirty="0"/>
              <a:t>Staab, Philipp, und Thorsten Thiel. 2022. „Social Media and the Digital Structural Transformation of the Public Sphere“. </a:t>
            </a:r>
            <a:r>
              <a:rPr lang="en-GB" sz="1400" i="1" dirty="0"/>
              <a:t>Theory, Culture &amp; Society </a:t>
            </a:r>
            <a:r>
              <a:rPr lang="en-GB" sz="1400" dirty="0"/>
              <a:t>39 (4): 129–43. </a:t>
            </a:r>
            <a:r>
              <a:rPr lang="en-GB" sz="1400" dirty="0">
                <a:hlinkClick r:id="rId12"/>
              </a:rPr>
              <a:t>https://doi.org/10.1177/02632764221103527</a:t>
            </a:r>
            <a:r>
              <a:rPr lang="en-GB" sz="1400" dirty="0"/>
              <a:t>.</a:t>
            </a:r>
          </a:p>
        </p:txBody>
      </p:sp>
      <p:grpSp>
        <p:nvGrpSpPr>
          <p:cNvPr id="6" name="Group 5">
            <a:extLst>
              <a:ext uri="{FF2B5EF4-FFF2-40B4-BE49-F238E27FC236}">
                <a16:creationId xmlns:a16="http://schemas.microsoft.com/office/drawing/2014/main" id="{E971450E-3C25-588C-8515-49A170C4E4C3}"/>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3739D010-5903-F569-42E0-CA2A5CF4E3CB}"/>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32610E6F-D225-573D-C95D-76EF0181E882}"/>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6E1A0648-A948-436B-311C-3FED57B42FD5}"/>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3" name="TextBox 12">
              <a:extLst>
                <a:ext uri="{FF2B5EF4-FFF2-40B4-BE49-F238E27FC236}">
                  <a16:creationId xmlns:a16="http://schemas.microsoft.com/office/drawing/2014/main" id="{2454EA55-E579-6ECA-FF83-3FEA5E8238A7}"/>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20</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790680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B593B-9FAD-6B00-67DD-667ED3A8215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4A9599D-6EC0-7F16-70E8-758A474D4AA1}"/>
              </a:ext>
            </a:extLst>
          </p:cNvPr>
          <p:cNvSpPr txBox="1"/>
          <p:nvPr/>
        </p:nvSpPr>
        <p:spPr>
          <a:xfrm>
            <a:off x="1028700" y="1944000"/>
            <a:ext cx="16213111" cy="1231106"/>
          </a:xfrm>
          <a:prstGeom prst="rect">
            <a:avLst/>
          </a:prstGeom>
        </p:spPr>
        <p:txBody>
          <a:bodyPr lIns="0" tIns="0" rIns="0" bIns="0" rtlCol="0" anchor="t">
            <a:spAutoFit/>
          </a:bodyPr>
          <a:lstStyle/>
          <a:p>
            <a:pPr algn="l">
              <a:lnSpc>
                <a:spcPts val="9600"/>
              </a:lnSpc>
            </a:pPr>
            <a:r>
              <a:rPr lang="en-US" sz="8000" dirty="0">
                <a:latin typeface="Noto Serif"/>
                <a:ea typeface="Noto Serif"/>
                <a:cs typeface="Noto Serif"/>
                <a:sym typeface="Noto Serif"/>
              </a:rPr>
              <a:t>Bilder</a:t>
            </a:r>
          </a:p>
        </p:txBody>
      </p:sp>
      <p:sp>
        <p:nvSpPr>
          <p:cNvPr id="10" name="Freeform 10">
            <a:extLst>
              <a:ext uri="{FF2B5EF4-FFF2-40B4-BE49-F238E27FC236}">
                <a16:creationId xmlns:a16="http://schemas.microsoft.com/office/drawing/2014/main" id="{3502D418-5657-D08F-C1D7-008FE3349E72}"/>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6">
            <a:extLst>
              <a:ext uri="{FF2B5EF4-FFF2-40B4-BE49-F238E27FC236}">
                <a16:creationId xmlns:a16="http://schemas.microsoft.com/office/drawing/2014/main" id="{690CAD15-AF6A-8670-65B5-3C9FC5E996AD}"/>
              </a:ext>
            </a:extLst>
          </p:cNvPr>
          <p:cNvSpPr txBox="1"/>
          <p:nvPr/>
        </p:nvSpPr>
        <p:spPr>
          <a:xfrm>
            <a:off x="1021442" y="3429000"/>
            <a:ext cx="15742557" cy="1687898"/>
          </a:xfrm>
          <a:prstGeom prst="rect">
            <a:avLst/>
          </a:prstGeom>
          <a:noFill/>
        </p:spPr>
        <p:txBody>
          <a:bodyPr wrap="square">
            <a:spAutoFit/>
          </a:bodyPr>
          <a:lstStyle/>
          <a:p>
            <a:pPr marL="285750" indent="-285750">
              <a:lnSpc>
                <a:spcPct val="110000"/>
              </a:lnSpc>
              <a:buFont typeface="Arial" panose="020B0604020202020204" pitchFamily="34" charset="0"/>
              <a:buChar char="•"/>
            </a:pPr>
            <a:r>
              <a:rPr lang="en-GB" sz="3200" dirty="0" err="1">
                <a:latin typeface="Noto Sans" panose="020B0604020202020204"/>
                <a:ea typeface="Noto Sans" panose="020B0604020202020204"/>
                <a:cs typeface="Noto Sans" panose="020B0604020202020204"/>
              </a:rPr>
              <a:t>Titelbild</a:t>
            </a:r>
            <a:r>
              <a:rPr lang="en-GB" sz="3200" dirty="0">
                <a:latin typeface="Noto Sans" panose="020B0604020202020204"/>
                <a:ea typeface="Noto Sans" panose="020B0604020202020204"/>
                <a:cs typeface="Noto Sans" panose="020B0604020202020204"/>
              </a:rPr>
              <a:t>: Lisa Haney / </a:t>
            </a:r>
            <a:r>
              <a:rPr lang="en-GB" sz="3200" dirty="0" err="1">
                <a:latin typeface="Noto Sans" panose="020B0604020202020204"/>
                <a:ea typeface="Noto Sans" panose="020B0604020202020204"/>
                <a:cs typeface="Noto Sans" panose="020B0604020202020204"/>
              </a:rPr>
              <a:t>shutterstock</a:t>
            </a:r>
            <a:endParaRPr lang="en-GB" sz="3200" dirty="0">
              <a:latin typeface="Noto Sans" panose="020B0604020202020204"/>
              <a:ea typeface="Noto Sans" panose="020B0604020202020204"/>
              <a:cs typeface="Noto Sans" panose="020B0604020202020204"/>
            </a:endParaRPr>
          </a:p>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Deutsche Medien-Logos: Diverse </a:t>
            </a:r>
            <a:r>
              <a:rPr lang="en-GB" sz="3200" dirty="0" err="1">
                <a:latin typeface="Noto Sans" panose="020B0604020202020204"/>
                <a:ea typeface="Noto Sans" panose="020B0604020202020204"/>
                <a:cs typeface="Noto Sans" panose="020B0604020202020204"/>
              </a:rPr>
              <a:t>über</a:t>
            </a:r>
            <a:r>
              <a:rPr lang="en-GB" sz="3200" dirty="0">
                <a:latin typeface="Noto Sans" panose="020B0604020202020204"/>
                <a:ea typeface="Noto Sans" panose="020B0604020202020204"/>
                <a:cs typeface="Noto Sans" panose="020B0604020202020204"/>
              </a:rPr>
              <a:t> Wikimedia Commons /</a:t>
            </a:r>
            <a:r>
              <a:rPr lang="en-GB" sz="3200" dirty="0" err="1">
                <a:latin typeface="Noto Sans" panose="020B0604020202020204"/>
                <a:ea typeface="Noto Sans" panose="020B0604020202020204"/>
                <a:cs typeface="Noto Sans" panose="020B0604020202020204"/>
              </a:rPr>
              <a:t>gemeinfrei</a:t>
            </a:r>
            <a:endParaRPr lang="en-GB" sz="3200" dirty="0">
              <a:latin typeface="Noto Sans" panose="020B0604020202020204"/>
              <a:ea typeface="Noto Sans" panose="020B0604020202020204"/>
              <a:cs typeface="Noto Sans" panose="020B0604020202020204"/>
            </a:endParaRPr>
          </a:p>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Social-Media-Logos:  Font Awesome / CC BY 4.0</a:t>
            </a:r>
          </a:p>
        </p:txBody>
      </p:sp>
      <p:grpSp>
        <p:nvGrpSpPr>
          <p:cNvPr id="6" name="Group 5">
            <a:extLst>
              <a:ext uri="{FF2B5EF4-FFF2-40B4-BE49-F238E27FC236}">
                <a16:creationId xmlns:a16="http://schemas.microsoft.com/office/drawing/2014/main" id="{BF828F4A-75D6-F087-5C76-914B23053D41}"/>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BBA1F791-ABE4-DAA7-8036-999EDF1732B1}"/>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F4932017-4331-2716-6362-EA1F42B76A3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0051E72E-28AE-2B99-6707-F516888D6182}"/>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3" name="TextBox 12">
              <a:extLst>
                <a:ext uri="{FF2B5EF4-FFF2-40B4-BE49-F238E27FC236}">
                  <a16:creationId xmlns:a16="http://schemas.microsoft.com/office/drawing/2014/main" id="{55483A53-317E-3CA3-9660-8F53BDB633E4}"/>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21</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885287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DBB0A-F061-7189-DFC0-2F2E54DA3C0E}"/>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B347DF69-1FAE-886C-B53E-3375E935AE39}"/>
              </a:ext>
            </a:extLst>
          </p:cNvPr>
          <p:cNvSpPr/>
          <p:nvPr/>
        </p:nvSpPr>
        <p:spPr>
          <a:xfrm>
            <a:off x="13846763" y="5216304"/>
            <a:ext cx="8243080" cy="8243080"/>
          </a:xfrm>
          <a:custGeom>
            <a:avLst/>
            <a:gdLst/>
            <a:ahLst/>
            <a:cxnLst/>
            <a:rect l="l" t="t" r="r" b="b"/>
            <a:pathLst>
              <a:path w="8243080" h="8243080">
                <a:moveTo>
                  <a:pt x="0" y="0"/>
                </a:moveTo>
                <a:lnTo>
                  <a:pt x="8243079" y="0"/>
                </a:lnTo>
                <a:lnTo>
                  <a:pt x="8243079" y="8243080"/>
                </a:lnTo>
                <a:lnTo>
                  <a:pt x="0" y="8243080"/>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TextBox 9">
            <a:extLst>
              <a:ext uri="{FF2B5EF4-FFF2-40B4-BE49-F238E27FC236}">
                <a16:creationId xmlns:a16="http://schemas.microsoft.com/office/drawing/2014/main" id="{ECAE5A73-D304-BD9B-559B-46113FCC9B65}"/>
              </a:ext>
            </a:extLst>
          </p:cNvPr>
          <p:cNvSpPr txBox="1"/>
          <p:nvPr/>
        </p:nvSpPr>
        <p:spPr>
          <a:xfrm>
            <a:off x="1055266" y="1943100"/>
            <a:ext cx="16186545" cy="1228028"/>
          </a:xfrm>
          <a:prstGeom prst="rect">
            <a:avLst/>
          </a:prstGeom>
        </p:spPr>
        <p:txBody>
          <a:bodyPr lIns="0" tIns="0" rIns="0" bIns="0" rtlCol="0" anchor="t">
            <a:spAutoFit/>
          </a:bodyPr>
          <a:lstStyle/>
          <a:p>
            <a:pPr>
              <a:lnSpc>
                <a:spcPts val="5040"/>
              </a:lnSpc>
            </a:pPr>
            <a:r>
              <a:rPr lang="en-US" sz="3600" b="1" dirty="0" err="1">
                <a:latin typeface="Noto Sans Bold"/>
                <a:ea typeface="Noto Sans Bold"/>
                <a:cs typeface="Noto Sans Bold"/>
                <a:sym typeface="Noto Sans Bold"/>
              </a:rPr>
              <a:t>Vortrag</a:t>
            </a:r>
            <a:r>
              <a:rPr lang="en-US" sz="3600" b="1" dirty="0">
                <a:latin typeface="Noto Sans Bold"/>
                <a:ea typeface="Noto Sans Bold"/>
                <a:cs typeface="Noto Sans Bold"/>
                <a:sym typeface="Noto Sans Bold"/>
              </a:rPr>
              <a:t> und </a:t>
            </a:r>
            <a:r>
              <a:rPr lang="en-US" sz="3600" b="1" dirty="0" err="1">
                <a:latin typeface="Noto Sans Bold"/>
                <a:ea typeface="Noto Sans Bold"/>
                <a:cs typeface="Noto Sans Bold"/>
                <a:sym typeface="Noto Sans Bold"/>
              </a:rPr>
              <a:t>Präsentation</a:t>
            </a:r>
            <a:r>
              <a:rPr lang="en-US" sz="3600" b="1" dirty="0">
                <a:latin typeface="Noto Sans Bold"/>
                <a:ea typeface="Noto Sans Bold"/>
                <a:cs typeface="Noto Sans Bold"/>
                <a:sym typeface="Noto Sans Bold"/>
              </a:rPr>
              <a:t> </a:t>
            </a:r>
            <a:r>
              <a:rPr lang="en-US" sz="3600" b="1" dirty="0" err="1">
                <a:latin typeface="Noto Sans Bold"/>
                <a:ea typeface="Noto Sans Bold"/>
                <a:cs typeface="Noto Sans Bold"/>
                <a:sym typeface="Noto Sans Bold"/>
              </a:rPr>
              <a:t>sind</a:t>
            </a:r>
            <a:r>
              <a:rPr lang="en-US" sz="3600" b="1" dirty="0">
                <a:latin typeface="Noto Sans Bold"/>
                <a:ea typeface="Noto Sans Bold"/>
                <a:cs typeface="Noto Sans Bold"/>
                <a:sym typeface="Noto Sans Bold"/>
              </a:rPr>
              <a:t> </a:t>
            </a:r>
            <a:r>
              <a:rPr lang="en-US" sz="3600" b="1" dirty="0" err="1">
                <a:latin typeface="Noto Sans Bold"/>
                <a:ea typeface="Noto Sans Bold"/>
                <a:cs typeface="Noto Sans Bold"/>
                <a:sym typeface="Noto Sans Bold"/>
              </a:rPr>
              <a:t>abrufbar</a:t>
            </a:r>
            <a:r>
              <a:rPr lang="en-US" sz="3600" b="1" dirty="0">
                <a:latin typeface="Noto Sans Bold"/>
                <a:ea typeface="Noto Sans Bold"/>
                <a:cs typeface="Noto Sans Bold"/>
                <a:sym typeface="Noto Sans Bold"/>
              </a:rPr>
              <a:t> </a:t>
            </a:r>
            <a:r>
              <a:rPr lang="en-US" sz="3600" b="1" dirty="0" err="1">
                <a:latin typeface="Noto Sans Bold"/>
                <a:ea typeface="Noto Sans Bold"/>
                <a:cs typeface="Noto Sans Bold"/>
                <a:sym typeface="Noto Sans Bold"/>
              </a:rPr>
              <a:t>unter</a:t>
            </a:r>
            <a:r>
              <a:rPr lang="en-US" sz="3600" b="1" dirty="0">
                <a:latin typeface="Noto Sans Bold"/>
                <a:ea typeface="Noto Sans Bold"/>
                <a:cs typeface="Noto Sans Bold"/>
                <a:sym typeface="Noto Sans Bold"/>
              </a:rPr>
              <a:t>:</a:t>
            </a:r>
            <a:br>
              <a:rPr lang="en-US" sz="3600" b="1" dirty="0">
                <a:latin typeface="Noto Sans" panose="020B0604020202020204"/>
                <a:ea typeface="Noto Sans" panose="020B0604020202020204"/>
                <a:cs typeface="Noto Sans" panose="020B0604020202020204"/>
                <a:sym typeface="Noto Sans Bold"/>
              </a:rPr>
            </a:br>
            <a:r>
              <a:rPr lang="en-US" sz="3200" dirty="0">
                <a:latin typeface="Noto Sans" panose="020B0604020202020204"/>
                <a:ea typeface="Noto Sans" panose="020B0604020202020204"/>
                <a:cs typeface="Noto Sans" panose="020B0604020202020204"/>
                <a:sym typeface="Noto Sans Bold"/>
              </a:rPr>
              <a:t>https://github.com/fpodschwadek/demokratie-kompetenz-infrastruktur-tfpp-2026</a:t>
            </a:r>
            <a:endParaRPr lang="en-US" sz="3200" b="1" dirty="0">
              <a:latin typeface="Noto Sans Bold"/>
              <a:ea typeface="Noto Sans Bold"/>
              <a:cs typeface="Noto Sans Bold"/>
              <a:sym typeface="Noto Sans Bold"/>
            </a:endParaRPr>
          </a:p>
        </p:txBody>
      </p:sp>
      <p:grpSp>
        <p:nvGrpSpPr>
          <p:cNvPr id="2" name="Group 1">
            <a:extLst>
              <a:ext uri="{FF2B5EF4-FFF2-40B4-BE49-F238E27FC236}">
                <a16:creationId xmlns:a16="http://schemas.microsoft.com/office/drawing/2014/main" id="{A874D975-ACBC-5226-73E6-3785F3040D90}"/>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4C69852B-BE80-EEC3-997C-72FC14D25223}"/>
                </a:ext>
              </a:extLst>
            </p:cNvPr>
            <p:cNvGrpSpPr/>
            <p:nvPr/>
          </p:nvGrpSpPr>
          <p:grpSpPr>
            <a:xfrm>
              <a:off x="1028700" y="540000"/>
              <a:ext cx="16230600" cy="613410"/>
              <a:chOff x="0" y="142130"/>
              <a:chExt cx="21640800" cy="1642694"/>
            </a:xfrm>
          </p:grpSpPr>
          <p:sp>
            <p:nvSpPr>
              <p:cNvPr id="6" name="AutoShape 4">
                <a:extLst>
                  <a:ext uri="{FF2B5EF4-FFF2-40B4-BE49-F238E27FC236}">
                    <a16:creationId xmlns:a16="http://schemas.microsoft.com/office/drawing/2014/main" id="{A94C29DA-03FF-B7BA-6B60-CB8B8468CE3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7" name="TextBox 5">
                <a:extLst>
                  <a:ext uri="{FF2B5EF4-FFF2-40B4-BE49-F238E27FC236}">
                    <a16:creationId xmlns:a16="http://schemas.microsoft.com/office/drawing/2014/main" id="{05437025-DC42-CAB6-D013-A524B774746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5" name="TextBox 4">
              <a:extLst>
                <a:ext uri="{FF2B5EF4-FFF2-40B4-BE49-F238E27FC236}">
                  <a16:creationId xmlns:a16="http://schemas.microsoft.com/office/drawing/2014/main" id="{D11CA3B1-7E35-2A69-CBBB-9CDB7CD9638C}"/>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pic>
        <p:nvPicPr>
          <p:cNvPr id="10" name="Graphic 9">
            <a:extLst>
              <a:ext uri="{FF2B5EF4-FFF2-40B4-BE49-F238E27FC236}">
                <a16:creationId xmlns:a16="http://schemas.microsoft.com/office/drawing/2014/main" id="{896C3660-09CC-5257-1E13-F6F7CFD7E2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62750" y="4229100"/>
            <a:ext cx="4762500" cy="4762500"/>
          </a:xfrm>
          <a:prstGeom prst="rect">
            <a:avLst/>
          </a:prstGeom>
        </p:spPr>
      </p:pic>
    </p:spTree>
    <p:extLst>
      <p:ext uri="{BB962C8B-B14F-4D97-AF65-F5344CB8AC3E}">
        <p14:creationId xmlns:p14="http://schemas.microsoft.com/office/powerpoint/2010/main" val="1148272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864</Words>
  <Application>Microsoft Office PowerPoint</Application>
  <PresentationFormat>Custom</PresentationFormat>
  <Paragraphs>155</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Noto Serif</vt:lpstr>
      <vt:lpstr>Noto Sans Bold</vt:lpstr>
      <vt:lpstr>Arial</vt:lpstr>
      <vt:lpstr>Noto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Vorlage_Präsentationen</dc:title>
  <dc:creator>Biebel, Lea</dc:creator>
  <cp:lastModifiedBy>Frodo Podschwadek</cp:lastModifiedBy>
  <cp:revision>353</cp:revision>
  <dcterms:created xsi:type="dcterms:W3CDTF">2006-08-16T00:00:00Z</dcterms:created>
  <dcterms:modified xsi:type="dcterms:W3CDTF">2026-09-22T20:57:01Z</dcterms:modified>
  <dc:identifier>DAHHkxkHqxQ</dc:identifier>
</cp:coreProperties>
</file>